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04366b6-ec12-200b-2d2b-478fb0fe402a}">
          <p14:sldIdLst>
            <p14:sldId id="256"/>
          </p14:sldIdLst>
        </p14:section>
        <p14:section name="Problem" id="{8d4f09ad-372b-78f5-feda-b981db80deb0}">
          <p14:sldIdLst>
            <p14:sldId id="257"/>
            <p14:sldId id="258"/>
          </p14:sldIdLst>
        </p14:section>
        <p14:section name="Solution" id="{3b8e358c-a669-f007-90f9-b0ec17aceaee}">
          <p14:sldIdLst>
            <p14:sldId id="259"/>
            <p14:sldId id="260"/>
            <p14:sldId id="261"/>
          </p14:sldIdLst>
        </p14:section>
        <p14:section name="Market" id="{b3f15885-e35a-7b43-1c9e-5efa00ffd7b0}">
          <p14:sldIdLst>
            <p14:sldId id="262"/>
            <p14:sldId id="263"/>
          </p14:sldIdLst>
        </p14:section>
        <p14:section name="Business" id="{06375ccf-984e-7460-7de4-863e716b0cdb}">
          <p14:sldIdLst>
            <p14:sldId id="264"/>
          </p14:sldIdLst>
        </p14:section>
        <p14:section name="Traction" id="{49e9484c-c287-ab73-0b72-b328b439ff77}">
          <p14:sldIdLst>
            <p14:sldId id="265"/>
          </p14:sldIdLst>
        </p14:section>
        <p14:section name="Trust" id="{156be58e-e883-d188-9710-c816c8998b7f}">
          <p14:sldIdLst>
            <p14:sldId id="266"/>
          </p14:sldIdLst>
        </p14:section>
        <p14:section name="Team" id="{ba8b5223-fcdc-69af-2c45-d4be3b0a60b9}">
          <p14:sldIdLst>
            <p14:sldId id="267"/>
          </p14:sldIdLst>
        </p14:section>
        <p14:section name="Ask" id="{7d3bcab4-e6dd-ebae-2cb7-eebcc5a44f1d}">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FluxGuard helps people stop acid reflux before it starts. It combines stress analytics with everyday lifestyle tracking — food, sleep, activity — to find each person’s own triggers and warn them early. Introduce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Reflux is extremely common — roughly one in seven adults worldwide, over a billion people. Stress matters too: in a Norwegian population study of 65,000 people, those with anxiety had about 3.2 times the odds of severe reflux symptoms. Yet most people only treat the burn after it happens; they never learn which habits set it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Reflux rarely comes from one thing. A late heavy dinner on a stressful day after a short night is a very different risk from the same dinner on a relaxed weekend. Today’s apps each look at one piece: food diaries, mood apps, symptom logs. Nobody connects them — that is the gap we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FluxGuard is a mobile app, with a web dashboard, that turns a minute of daily logging into a personal reflux risk score. It finds your triggers, warns you early with push alerts, and keeps you consistent with tips, streaks and badges. On the right is the home screen: today’s risk, stress, sleep, an early-warning tip and your logging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every day. Log — food with portion and time, sleep, activity, mood, a short stress check and symptoms. Analyze — the system connects stress and habits to reflux episodes and ranks your triggers. Alert — when today’s mix looks risky, you get a push notification before symptoms start. Improve — personal tips plus streaks and badges keep you consistent. Each loop makes the predictions more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lives in one place: a smart daily log, a validated stress check, a trigger report, a daily risk score with alerts, personalized tips, and streaks and badges so logging becomes a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landscape. Reflux trackers like NoBurn, GERDragon and Food Marble log symptoms and food. Mood apps like Moodfit and Mindful GERD focus on the mind. Cara Care adds some analytics, but for the gut only. FluxGuard sits in the empty corner: it combines gut and mind, and it predicts and prevents instead of only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a billion people live with GERD worldwide. If the global rate of about 14 percent holds here, that is roughly 15.8 million Filipinos — an estimate, since there is no national survey yet. We start small and focused: adults in Bohol, through a partner physician and their patients, then scale through clinics.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freemium model. Free gets people logging and gives basic alerts. Premium, a monthly subscription, unlocks the full trigger report, deeper analytics and personal prevention plans — our core revenue. Clinics pay a license for a web dashboard where doctors follow consenting patients and set trigger thresholds; that also gives us medical credibility and a distribution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the full Figma prototype is done — eight screens. The Laravel API and MySQL database are live on our VPS with working sign-up, login and logout. Now we are building the Flutter app — logging, analytics, push alerts and gamification — in parallel sprints. Next is a pilot with a partner physician and their patients, so real feedback shapes the risk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 apps have to earn trust. FluxGuard is preventive, not diagnostic, and says so clearly. Risk rules and alert thresholds will be validated with a partner physician, and stress is measured with a validated questionnaire. Privacy is built in: users see only their own data, the API returns only what each screen needs, and admins manage accounts, not health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three BS Information Technology students from Cristal e-College, covering design, mobile and backend development, guided by our adviser, Michael Spike Rondulf L. Cuizon.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We are looking for a partner physician to validate our risk rules, pilot users who live with reflux, and seed support for hosting, devices and testing. FluxGuard: stop reflux before it starts.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G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6400800" cy="196596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
        <p:nvSpPr>
          <p:cNvPr id="3" name="Text 0"/>
          <p:cNvSpPr/>
          <p:nvPr>
            <p:ph idx="101" type="body" hasCustomPrompt="1"/>
          </p:nvPr>
        </p:nvSpPr>
        <p:spPr>
          <a:xfrm>
            <a:off x="548640" y="3749040"/>
            <a:ext cx="5852160" cy="11430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G_CLOS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694944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50976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82512"/>
            <a:ext cx="2743200" cy="274320"/>
          </a:xfrm>
          <a:prstGeom prst="rect">
            <a:avLst/>
          </a:prstGeom>
          <a:noFill/>
          <a:ln/>
        </p:spPr>
        <p:txBody>
          <a:bodyPr wrap="square" lIns="0" tIns="0" rIns="0" bIns="0" rtlCol="0" anchor="ctr"/>
          <a:lstStyle/>
          <a:p>
            <a:pPr indent="0" marL="0">
              <a:buNone/>
            </a:pPr>
            <a:r>
              <a:rPr lang="en-US" sz="1000" b="1" dirty="0">
                <a:solidFill>
                  <a:schemeClr val="accent4"/>
                </a:solidFill>
              </a:rPr>
              <a:t>FluxGuard</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G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50976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82512"/>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FluxGuard</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G_TI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950976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82512"/>
            <a:ext cx="2743200" cy="274320"/>
          </a:xfrm>
          <a:prstGeom prst="rect">
            <a:avLst/>
          </a:prstGeom>
          <a:noFill/>
          <a:ln/>
        </p:spPr>
        <p:txBody>
          <a:bodyPr wrap="square" lIns="0" tIns="0" rIns="0" bIns="0" rtlCol="0" anchor="ctr"/>
          <a:lstStyle/>
          <a:p>
            <a:pPr indent="0" marL="0">
              <a:buNone/>
            </a:pPr>
            <a:r>
              <a:rPr lang="en-US" sz="1000" b="1" dirty="0">
                <a:solidFill>
                  <a:schemeClr val="accent1"/>
                </a:solidFill>
              </a:rPr>
              <a:t>FluxGuard</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6.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5.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6.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6.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A"/>
          <p:cNvSpPr/>
          <p:nvPr/>
        </p:nvSpPr>
        <p:spPr>
          <a:xfrm>
            <a:off x="7223760" y="-1737360"/>
            <a:ext cx="6766560" cy="6766560"/>
          </a:xfrm>
          <a:prstGeom prst="ellipse">
            <a:avLst/>
          </a:prstGeom>
          <a:solidFill>
            <a:schemeClr val="accent1">
              <a:alpha val="28000"/>
            </a:schemeClr>
          </a:solidFill>
          <a:ln/>
        </p:spPr>
      </p:sp>
      <p:sp>
        <p:nvSpPr>
          <p:cNvPr id="3" name="!!orbB"/>
          <p:cNvSpPr/>
          <p:nvPr/>
        </p:nvSpPr>
        <p:spPr>
          <a:xfrm>
            <a:off x="10607040" y="4572000"/>
            <a:ext cx="1371600" cy="1371600"/>
          </a:xfrm>
          <a:prstGeom prst="ellipse">
            <a:avLst/>
          </a:prstGeom>
          <a:solidFill>
            <a:schemeClr val="accent2">
              <a:alpha val="80000"/>
            </a:schemeClr>
          </a:solidFill>
          <a:ln/>
        </p:spPr>
      </p:sp>
      <p:sp>
        <p:nvSpPr>
          <p:cNvPr id="4" name="!!orbC"/>
          <p:cNvSpPr/>
          <p:nvPr/>
        </p:nvSpPr>
        <p:spPr>
          <a:xfrm>
            <a:off x="6583680" y="5669280"/>
            <a:ext cx="502920" cy="502920"/>
          </a:xfrm>
          <a:prstGeom prst="ellipse">
            <a:avLst/>
          </a:prstGeom>
          <a:solidFill>
            <a:schemeClr val="accent3">
              <a:alpha val="85000"/>
            </a:schemeClr>
          </a:solidFill>
          <a:ln/>
        </p:spPr>
      </p:sp>
      <p:sp>
        <p:nvSpPr>
          <p:cNvPr id="5" name="logoMark"/>
          <p:cNvSpPr/>
          <p:nvPr/>
        </p:nvSpPr>
        <p:spPr>
          <a:xfrm>
            <a:off x="548640" y="548640"/>
            <a:ext cx="658368" cy="658368"/>
          </a:xfrm>
          <a:prstGeom prst="roundRect">
            <a:avLst>
              <a:gd name="adj" fmla="val 25000"/>
            </a:avLst>
          </a:prstGeom>
          <a:solidFill>
            <a:schemeClr val="accent1"/>
          </a:solidFill>
          <a:ln/>
        </p:spPr>
      </p:sp>
      <p:pic>
        <p:nvPicPr>
          <p:cNvPr id="6" name="icon_1" descr="ShieldCheck icon">    </p:cNvPr>
          <p:cNvPicPr>
            <a:picLocks noChangeAspect="1"/>
          </p:cNvPicPr>
          <p:nvPr/>
        </p:nvPicPr>
        <p:blipFill>
          <a:blip r:embed="rId1"/>
          <a:stretch>
            <a:fillRect/>
          </a:stretch>
        </p:blipFill>
        <p:spPr>
          <a:xfrm>
            <a:off x="667512" y="667512"/>
            <a:ext cx="420624" cy="420624"/>
          </a:xfrm>
          <a:prstGeom prst="rect">
            <a:avLst/>
          </a:prstGeom>
        </p:spPr>
      </p:pic>
      <p:sp>
        <p:nvSpPr>
          <p:cNvPr id="7" name="text_2"/>
          <p:cNvSpPr txBox="1"/>
          <p:nvPr/>
        </p:nvSpPr>
        <p:spPr>
          <a:xfrm>
            <a:off x="1371600" y="548640"/>
            <a:ext cx="3200400" cy="658368"/>
          </a:xfrm>
          <a:prstGeom prst="rect">
            <a:avLst/>
          </a:prstGeom>
          <a:noFill/>
          <a:ln/>
        </p:spPr>
        <p:txBody>
          <a:bodyPr wrap="square" lIns="0" tIns="0" rIns="0" bIns="0" rtlCol="0" anchor="ctr"/>
          <a:lstStyle/>
          <a:p>
            <a:pPr indent="0" marL="0">
              <a:buNone/>
            </a:pPr>
            <a:r>
              <a:rPr lang="en-US" sz="2400" b="1" dirty="0">
                <a:solidFill>
                  <a:schemeClr val="bg1"/>
                </a:solidFill>
              </a:rPr>
              <a:t>FluxGuard</a:t>
            </a:r>
            <a:endParaRPr lang="en-US" sz="2400" dirty="0"/>
          </a:p>
        </p:txBody>
      </p:sp>
      <p:sp>
        <p:nvSpPr>
          <p:cNvPr id="8" name="Text 0"/>
          <p:cNvSpPr/>
          <p:nvPr>
            <p:ph idx="100" type="title" hasCustomPrompt="1"/>
          </p:nvPr>
        </p:nvSpPr>
        <p:spPr>
          <a:xfrm>
            <a:off x="548640" y="1600200"/>
            <a:ext cx="6400800" cy="1965960"/>
          </a:xfrm>
          <a:prstGeom prst="rect">
            <a:avLst/>
          </a:prstGeom>
          <a:noFill/>
          <a:ln/>
        </p:spPr>
        <p:txBody>
          <a:bodyPr wrap="square" lIns="0" tIns="0" rIns="0" bIns="0" rtlCol="0" anchor="b"/>
          <a:lstStyle/>
          <a:p>
            <a:pPr algn="l" indent="0" marL="0">
              <a:buNone/>
            </a:pPr>
            <a:r>
              <a:rPr lang="en-US" sz="5000" b="1" dirty="0">
                <a:solidFill>
                  <a:schemeClr val="bg1"/>
                </a:solidFill>
              </a:rPr>
              <a:t>Stop acid reflux before it starts</a:t>
            </a:r>
            <a:endParaRPr lang="en-US" sz="5000" dirty="0"/>
          </a:p>
        </p:txBody>
      </p:sp>
      <p:sp>
        <p:nvSpPr>
          <p:cNvPr id="9" name="Text 0"/>
          <p:cNvSpPr/>
          <p:nvPr>
            <p:ph idx="101" type="body" hasCustomPrompt="1"/>
          </p:nvPr>
        </p:nvSpPr>
        <p:spPr>
          <a:xfrm>
            <a:off x="548640" y="3749040"/>
            <a:ext cx="5852160" cy="1143000"/>
          </a:xfrm>
          <a:prstGeom prst="rect">
            <a:avLst/>
          </a:prstGeom>
          <a:noFill/>
          <a:ln/>
        </p:spPr>
        <p:txBody>
          <a:bodyPr wrap="square" lIns="0" tIns="0" rIns="0" bIns="0" rtlCol="0" anchor="t"/>
          <a:lstStyle/>
          <a:p>
            <a:pPr algn="l" indent="0" marL="0">
              <a:buNone/>
            </a:pPr>
            <a:r>
              <a:rPr lang="en-US" sz="1800" dirty="0">
                <a:solidFill>
                  <a:schemeClr val="bg2"/>
                </a:solidFill>
              </a:rPr>
              <a:t>A mobile + web app that uses stress analytics and lifestyle tracking to find your personal reflux triggers — and warn you before a flare-up.</a:t>
            </a:r>
            <a:endParaRPr lang="en-US" sz="1800" dirty="0"/>
          </a:p>
        </p:txBody>
      </p:sp>
      <p:sp>
        <p:nvSpPr>
          <p:cNvPr id="10" name="text_3"/>
          <p:cNvSpPr txBox="1"/>
          <p:nvPr/>
        </p:nvSpPr>
        <p:spPr>
          <a:xfrm>
            <a:off x="548640" y="5760720"/>
            <a:ext cx="7315200" cy="320040"/>
          </a:xfrm>
          <a:prstGeom prst="rect">
            <a:avLst/>
          </a:prstGeom>
          <a:noFill/>
          <a:ln/>
        </p:spPr>
        <p:txBody>
          <a:bodyPr wrap="square" lIns="0" tIns="0" rIns="0" bIns="0" rtlCol="0" anchor="ctr"/>
          <a:lstStyle/>
          <a:p>
            <a:pPr indent="0" marL="0">
              <a:buNone/>
            </a:pPr>
            <a:r>
              <a:rPr lang="en-US" sz="1300" dirty="0">
                <a:solidFill>
                  <a:schemeClr val="accent6"/>
                </a:solidFill>
              </a:rPr>
              <a:t>Earl Benedict Ejara  ·  Jezreel Lewis Guiritan  ·  Richelle Domaluan</a:t>
            </a:r>
            <a:endParaRPr lang="en-US" sz="1300" dirty="0"/>
          </a:p>
        </p:txBody>
      </p:sp>
      <p:sp>
        <p:nvSpPr>
          <p:cNvPr id="11" name="text_4"/>
          <p:cNvSpPr txBox="1"/>
          <p:nvPr/>
        </p:nvSpPr>
        <p:spPr>
          <a:xfrm>
            <a:off x="548640" y="6108192"/>
            <a:ext cx="7315200" cy="274320"/>
          </a:xfrm>
          <a:prstGeom prst="rect">
            <a:avLst/>
          </a:prstGeom>
          <a:noFill/>
          <a:ln/>
        </p:spPr>
        <p:txBody>
          <a:bodyPr wrap="square" lIns="0" tIns="0" rIns="0" bIns="0" rtlCol="0" anchor="ctr"/>
          <a:lstStyle/>
          <a:p>
            <a:pPr indent="0" marL="0">
              <a:buNone/>
            </a:pPr>
            <a:r>
              <a:rPr lang="en-US" sz="1100" dirty="0">
                <a:solidFill>
                  <a:schemeClr val="accent4"/>
                </a:solidFill>
              </a:rPr>
              <a:t>BS Information Technology  ·  Cristal e-College, Panglao, Bohol  ·  2026</a:t>
            </a:r>
            <a:endParaRPr lang="en-US" sz="1100" dirty="0"/>
          </a:p>
        </p:txBody>
      </p:sp>
      <p:sp>
        <p:nvSpPr>
          <p:cNvPr id="12" name="shape_5"/>
          <p:cNvSpPr/>
          <p:nvPr/>
        </p:nvSpPr>
        <p:spPr>
          <a:xfrm>
            <a:off x="7680960" y="1920240"/>
            <a:ext cx="3749040" cy="3749040"/>
          </a:xfrm>
          <a:prstGeom prst="blockArc">
            <a:avLst>
              <a:gd name="adj1" fmla="val 10860000"/>
              <a:gd name="adj2" fmla="val 14340000"/>
              <a:gd name="adj3" fmla="val 15000"/>
            </a:avLst>
          </a:prstGeom>
          <a:solidFill>
            <a:schemeClr val="accent3"/>
          </a:solidFill>
          <a:ln/>
        </p:spPr>
      </p:sp>
      <p:sp>
        <p:nvSpPr>
          <p:cNvPr id="13" name="shape_6"/>
          <p:cNvSpPr/>
          <p:nvPr/>
        </p:nvSpPr>
        <p:spPr>
          <a:xfrm>
            <a:off x="7680960" y="1920240"/>
            <a:ext cx="3749040" cy="3749040"/>
          </a:xfrm>
          <a:prstGeom prst="blockArc">
            <a:avLst>
              <a:gd name="adj1" fmla="val 14460000"/>
              <a:gd name="adj2" fmla="val 17940000"/>
              <a:gd name="adj3" fmla="val 15000"/>
            </a:avLst>
          </a:prstGeom>
          <a:solidFill>
            <a:schemeClr val="accent5"/>
          </a:solidFill>
          <a:ln/>
        </p:spPr>
      </p:sp>
      <p:sp>
        <p:nvSpPr>
          <p:cNvPr id="14" name="shape_7"/>
          <p:cNvSpPr/>
          <p:nvPr/>
        </p:nvSpPr>
        <p:spPr>
          <a:xfrm>
            <a:off x="7680960" y="1920240"/>
            <a:ext cx="3749040" cy="3749040"/>
          </a:xfrm>
          <a:prstGeom prst="blockArc">
            <a:avLst>
              <a:gd name="adj1" fmla="val 18060000"/>
              <a:gd name="adj2" fmla="val 21540000"/>
              <a:gd name="adj3" fmla="val 15000"/>
            </a:avLst>
          </a:prstGeom>
          <a:solidFill>
            <a:schemeClr val="accent2"/>
          </a:solidFill>
          <a:ln/>
        </p:spPr>
      </p:sp>
      <p:sp>
        <p:nvSpPr>
          <p:cNvPr id="15" name="shape_8"/>
          <p:cNvSpPr/>
          <p:nvPr/>
        </p:nvSpPr>
        <p:spPr>
          <a:xfrm>
            <a:off x="8431070" y="3092151"/>
            <a:ext cx="1124410" cy="702609"/>
          </a:xfrm>
          <a:prstGeom prst="line">
            <a:avLst/>
          </a:prstGeom>
          <a:noFill/>
          <a:ln w="50800">
            <a:solidFill>
              <a:schemeClr val="bg1"/>
            </a:solidFill>
            <a:prstDash val="solid"/>
            <a:tailEnd type="none"/>
          </a:ln>
        </p:spPr>
      </p:sp>
      <p:sp>
        <p:nvSpPr>
          <p:cNvPr id="16" name="shape_9"/>
          <p:cNvSpPr/>
          <p:nvPr/>
        </p:nvSpPr>
        <p:spPr>
          <a:xfrm>
            <a:off x="9372600" y="3611880"/>
            <a:ext cx="365760" cy="365760"/>
          </a:xfrm>
          <a:prstGeom prst="ellipse">
            <a:avLst/>
          </a:prstGeom>
          <a:solidFill>
            <a:schemeClr val="bg1"/>
          </a:solidFill>
          <a:ln/>
        </p:spPr>
      </p:sp>
      <p:sp>
        <p:nvSpPr>
          <p:cNvPr id="17" name="text_10"/>
          <p:cNvSpPr txBox="1"/>
          <p:nvPr/>
        </p:nvSpPr>
        <p:spPr>
          <a:xfrm>
            <a:off x="8366760" y="4114800"/>
            <a:ext cx="2377440" cy="384048"/>
          </a:xfrm>
          <a:prstGeom prst="rect">
            <a:avLst/>
          </a:prstGeom>
          <a:noFill/>
          <a:ln/>
        </p:spPr>
        <p:txBody>
          <a:bodyPr wrap="square" lIns="0" tIns="0" rIns="0" bIns="0" rtlCol="0" anchor="ctr"/>
          <a:lstStyle/>
          <a:p>
            <a:pPr algn="ctr" indent="0" marL="0">
              <a:buNone/>
            </a:pPr>
            <a:r>
              <a:rPr lang="en-US" sz="1800" b="1" spc="300" kern="0" dirty="0">
                <a:solidFill>
                  <a:schemeClr val="accent3"/>
                </a:solidFill>
              </a:rPr>
              <a:t>LOW RISK</a:t>
            </a:r>
            <a:endParaRPr lang="en-US" sz="1800" dirty="0"/>
          </a:p>
        </p:txBody>
      </p:sp>
      <p:sp>
        <p:nvSpPr>
          <p:cNvPr id="18" name="text_11"/>
          <p:cNvSpPr txBox="1"/>
          <p:nvPr/>
        </p:nvSpPr>
        <p:spPr>
          <a:xfrm>
            <a:off x="8366760" y="4507992"/>
            <a:ext cx="2377440" cy="292608"/>
          </a:xfrm>
          <a:prstGeom prst="rect">
            <a:avLst/>
          </a:prstGeom>
          <a:noFill/>
          <a:ln/>
        </p:spPr>
        <p:txBody>
          <a:bodyPr wrap="square" lIns="0" tIns="0" rIns="0" bIns="0" rtlCol="0" anchor="ctr"/>
          <a:lstStyle/>
          <a:p>
            <a:pPr algn="ctr" indent="0" marL="0">
              <a:buNone/>
            </a:pPr>
            <a:r>
              <a:rPr lang="en-US" sz="1200" dirty="0">
                <a:solidFill>
                  <a:schemeClr val="bg2"/>
                </a:solidFill>
              </a:rPr>
              <a:t>today’s reflux forecast</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decel="100000"/>
                                        <p:tgtEl>
                                          <p:spTgt spid="5"/>
                                        </p:tgtEl>
                                        <p:attrNameLst>
                                          <p:attrName>ppt_w</p:attrName>
                                        </p:attrNameLst>
                                      </p:cBhvr>
                                      <p:tavLst>
                                        <p:tav tm="0">
                                          <p:val>
                                            <p:strVal val="0"/>
                                          </p:val>
                                        </p:tav>
                                        <p:tav tm="100000">
                                          <p:val>
                                            <p:strVal val="#ppt_w"/>
                                          </p:val>
                                        </p:tav>
                                      </p:tavLst>
                                    </p:anim>
                                    <p:anim calcmode="lin" valueType="num">
                                      <p:cBhvr additive="base">
                                        <p:cTn id="8" dur="500" fill="hold" decel="100000"/>
                                        <p:tgtEl>
                                          <p:spTgt spid="5"/>
                                        </p:tgtEl>
                                        <p:attrNameLst>
                                          <p:attrName>ppt_h</p:attrName>
                                        </p:attrNameLst>
                                      </p:cBhvr>
                                      <p:tavLst>
                                        <p:tav tm="0">
                                          <p:val>
                                            <p:str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decel="100000"/>
                                        <p:tgtEl>
                                          <p:spTgt spid="6"/>
                                        </p:tgtEl>
                                        <p:attrNameLst>
                                          <p:attrName>ppt_w</p:attrName>
                                        </p:attrNameLst>
                                      </p:cBhvr>
                                      <p:tavLst>
                                        <p:tav tm="0">
                                          <p:val>
                                            <p:strVal val="0"/>
                                          </p:val>
                                        </p:tav>
                                        <p:tav tm="100000">
                                          <p:val>
                                            <p:strVal val="#ppt_w"/>
                                          </p:val>
                                        </p:tav>
                                      </p:tavLst>
                                    </p:anim>
                                    <p:anim calcmode="lin" valueType="num">
                                      <p:cBhvr additive="base">
                                        <p:cTn id="13" dur="500" fill="hold" decel="100000"/>
                                        <p:tgtEl>
                                          <p:spTgt spid="6"/>
                                        </p:tgtEl>
                                        <p:attrNameLst>
                                          <p:attrName>ppt_h</p:attrName>
                                        </p:attrNameLst>
                                      </p:cBhvr>
                                      <p:tavLst>
                                        <p:tav tm="0">
                                          <p:val>
                                            <p:strVal val="0"/>
                                          </p:val>
                                        </p:tav>
                                        <p:tav tm="100000">
                                          <p:val>
                                            <p:strVal val="#ppt_h"/>
                                          </p:val>
                                        </p:tav>
                                      </p:tavLst>
                                    </p:anim>
                                    <p:animEffect transition="in" filter="fade">
                                      <p:cBhvr>
                                        <p:cTn id="14" dur="500"/>
                                        <p:tgtEl>
                                          <p:spTgt spid="6"/>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par>
                                <p:cTn id="18" presetID="21" presetClass="entr" presetSubtype="1" fill="hold" grpId="0" nodeType="withEffect">
                                  <p:stCondLst>
                                    <p:cond delay="500"/>
                                  </p:stCondLst>
                                  <p:childTnLst>
                                    <p:set>
                                      <p:cBhvr>
                                        <p:cTn id="19" dur="1" fill="hold">
                                          <p:stCondLst>
                                            <p:cond delay="0"/>
                                          </p:stCondLst>
                                        </p:cTn>
                                        <p:tgtEl>
                                          <p:spTgt spid="12"/>
                                        </p:tgtEl>
                                        <p:attrNameLst>
                                          <p:attrName>style.visibility</p:attrName>
                                        </p:attrNameLst>
                                      </p:cBhvr>
                                      <p:to>
                                        <p:strVal val="visible"/>
                                      </p:to>
                                    </p:set>
                                    <p:animEffect transition="in" filter="wheel(1)">
                                      <p:cBhvr>
                                        <p:cTn id="20" dur="600"/>
                                        <p:tgtEl>
                                          <p:spTgt spid="12"/>
                                        </p:tgtEl>
                                      </p:cBhvr>
                                    </p:animEffect>
                                  </p:childTnLst>
                                </p:cTn>
                              </p:par>
                              <p:par>
                                <p:cTn id="21" presetID="21" presetClass="entr" presetSubtype="1" fill="hold" grpId="0" nodeType="withEffect">
                                  <p:stCondLst>
                                    <p:cond delay="800"/>
                                  </p:stCondLst>
                                  <p:childTnLst>
                                    <p:set>
                                      <p:cBhvr>
                                        <p:cTn id="22" dur="1" fill="hold">
                                          <p:stCondLst>
                                            <p:cond delay="0"/>
                                          </p:stCondLst>
                                        </p:cTn>
                                        <p:tgtEl>
                                          <p:spTgt spid="13"/>
                                        </p:tgtEl>
                                        <p:attrNameLst>
                                          <p:attrName>style.visibility</p:attrName>
                                        </p:attrNameLst>
                                      </p:cBhvr>
                                      <p:to>
                                        <p:strVal val="visible"/>
                                      </p:to>
                                    </p:set>
                                    <p:animEffect transition="in" filter="wheel(1)">
                                      <p:cBhvr>
                                        <p:cTn id="23" dur="600"/>
                                        <p:tgtEl>
                                          <p:spTgt spid="13"/>
                                        </p:tgtEl>
                                      </p:cBhvr>
                                    </p:animEffect>
                                  </p:childTnLst>
                                </p:cTn>
                              </p:par>
                              <p:par>
                                <p:cTn id="24" presetID="21" presetClass="entr" presetSubtype="1" fill="hold" grpId="0" nodeType="withEffect">
                                  <p:stCondLst>
                                    <p:cond delay="1100"/>
                                  </p:stCondLst>
                                  <p:childTnLst>
                                    <p:set>
                                      <p:cBhvr>
                                        <p:cTn id="25" dur="1" fill="hold">
                                          <p:stCondLst>
                                            <p:cond delay="0"/>
                                          </p:stCondLst>
                                        </p:cTn>
                                        <p:tgtEl>
                                          <p:spTgt spid="14"/>
                                        </p:tgtEl>
                                        <p:attrNameLst>
                                          <p:attrName>style.visibility</p:attrName>
                                        </p:attrNameLst>
                                      </p:cBhvr>
                                      <p:to>
                                        <p:strVal val="visible"/>
                                      </p:to>
                                    </p:set>
                                    <p:animEffect transition="in" filter="wheel(1)">
                                      <p:cBhvr>
                                        <p:cTn id="26" dur="600"/>
                                        <p:tgtEl>
                                          <p:spTgt spid="14"/>
                                        </p:tgtEl>
                                      </p:cBhvr>
                                    </p:animEffect>
                                  </p:childTnLst>
                                </p:cTn>
                              </p:par>
                              <p:par>
                                <p:cTn id="27" presetID="10" presetClass="entr" presetSubtype="0" fill="hold" grpId="0" nodeType="withEffect">
                                  <p:stCondLst>
                                    <p:cond delay="14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fill="hold" grpId="0" nodeType="withEffect">
                                  <p:stCondLst>
                                    <p:cond delay="15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fill="hold" grpId="0" nodeType="withEffect">
                                  <p:stCondLst>
                                    <p:cond delay="150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400"/>
                                        <p:tgtEl>
                                          <p:spTgt spid="15"/>
                                        </p:tgtEl>
                                      </p:cBhvr>
                                    </p:animEffect>
                                  </p:childTnLst>
                                </p:cTn>
                              </p:par>
                              <p:par>
                                <p:cTn id="36" presetID="53" presetClass="entr" presetSubtype="16" fill="hold" grpId="0" nodeType="withEffect">
                                  <p:stCondLst>
                                    <p:cond delay="1500"/>
                                  </p:stCondLst>
                                  <p:childTnLst>
                                    <p:set>
                                      <p:cBhvr>
                                        <p:cTn id="37" dur="1" fill="hold">
                                          <p:stCondLst>
                                            <p:cond delay="0"/>
                                          </p:stCondLst>
                                        </p:cTn>
                                        <p:tgtEl>
                                          <p:spTgt spid="16"/>
                                        </p:tgtEl>
                                        <p:attrNameLst>
                                          <p:attrName>style.visibility</p:attrName>
                                        </p:attrNameLst>
                                      </p:cBhvr>
                                      <p:to>
                                        <p:strVal val="visible"/>
                                      </p:to>
                                    </p:set>
                                    <p:anim calcmode="lin" valueType="num">
                                      <p:cBhvr additive="base">
                                        <p:cTn id="38" dur="400" fill="hold" decel="100000"/>
                                        <p:tgtEl>
                                          <p:spTgt spid="16"/>
                                        </p:tgtEl>
                                        <p:attrNameLst>
                                          <p:attrName>ppt_w</p:attrName>
                                        </p:attrNameLst>
                                      </p:cBhvr>
                                      <p:tavLst>
                                        <p:tav tm="0">
                                          <p:val>
                                            <p:strVal val="0"/>
                                          </p:val>
                                        </p:tav>
                                        <p:tav tm="100000">
                                          <p:val>
                                            <p:strVal val="#ppt_w"/>
                                          </p:val>
                                        </p:tav>
                                      </p:tavLst>
                                    </p:anim>
                                    <p:anim calcmode="lin" valueType="num">
                                      <p:cBhvr additive="base">
                                        <p:cTn id="39" dur="400" fill="hold" decel="100000"/>
                                        <p:tgtEl>
                                          <p:spTgt spid="16"/>
                                        </p:tgtEl>
                                        <p:attrNameLst>
                                          <p:attrName>ppt_h</p:attrName>
                                        </p:attrNameLst>
                                      </p:cBhvr>
                                      <p:tavLst>
                                        <p:tav tm="0">
                                          <p:val>
                                            <p:strVal val="0"/>
                                          </p:val>
                                        </p:tav>
                                        <p:tav tm="100000">
                                          <p:val>
                                            <p:strVal val="#ppt_h"/>
                                          </p:val>
                                        </p:tav>
                                      </p:tavLst>
                                    </p:anim>
                                    <p:animEffect transition="in" filter="fade">
                                      <p:cBhvr>
                                        <p:cTn id="40" dur="400"/>
                                        <p:tgtEl>
                                          <p:spTgt spid="16"/>
                                        </p:tgtEl>
                                      </p:cBhvr>
                                    </p:animEffect>
                                  </p:childTnLst>
                                </p:cTn>
                              </p:par>
                              <p:par>
                                <p:cTn id="41" presetID="42" presetClass="entr" presetSubtype="0" fill="hold" grpId="0" nodeType="withEffect">
                                  <p:stCondLst>
                                    <p:cond delay="17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anim calcmode="lin" valueType="num">
                                      <p:cBhvr additive="base">
                                        <p:cTn id="44"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45" dur="500" fill="hold" decel="100000"/>
                                        <p:tgtEl>
                                          <p:spTgt spid="17"/>
                                        </p:tgtEl>
                                        <p:attrNameLst>
                                          <p:attrName>ppt_y</p:attrName>
                                        </p:attrNameLst>
                                      </p:cBhvr>
                                      <p:tavLst>
                                        <p:tav tm="0">
                                          <p:val>
                                            <p:strVal val="#ppt_y+0.05"/>
                                          </p:val>
                                        </p:tav>
                                        <p:tav tm="100000">
                                          <p:val>
                                            <p:strVal val="#ppt_y"/>
                                          </p:val>
                                        </p:tav>
                                      </p:tavLst>
                                    </p:anim>
                                  </p:childTnLst>
                                </p:cTn>
                              </p:par>
                              <p:par>
                                <p:cTn id="46" presetID="42" presetClass="entr" presetSubtype="0" fill="hold" grpId="0" nodeType="withEffect">
                                  <p:stCondLst>
                                    <p:cond delay="180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anim calcmode="lin" valueType="num">
                                      <p:cBhvr additive="base">
                                        <p:cTn id="49"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50" dur="500" fill="hold" decel="100000"/>
                                        <p:tgtEl>
                                          <p:spTgt spid="18"/>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3" grpId="0" animBg="1"/>
      <p:bldP spid="14" grpId="0" animBg="1"/>
      <p:bldP spid="10" grpId="0" animBg="1"/>
      <p:bldP spid="11" grpId="0" animBg="1"/>
      <p:bldP spid="15" grpId="0" animBg="1"/>
      <p:bldP spid="16" grpId="0" animBg="1"/>
      <p:bldP spid="17" grpId="0" animBg="1"/>
      <p:bldP spid="1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orbA"/>
          <p:cNvSpPr/>
          <p:nvPr/>
        </p:nvSpPr>
        <p:spPr>
          <a:xfrm>
            <a:off x="9966960" y="-2377440"/>
            <a:ext cx="4023360" cy="4023360"/>
          </a:xfrm>
          <a:prstGeom prst="ellipse">
            <a:avLst/>
          </a:prstGeom>
          <a:solidFill>
            <a:schemeClr val="bg2"/>
          </a:solidFill>
          <a:ln/>
        </p:spPr>
      </p:sp>
      <p:sp>
        <p:nvSpPr>
          <p:cNvPr id="3" name="!!orbB"/>
          <p:cNvSpPr/>
          <p:nvPr/>
        </p:nvSpPr>
        <p:spPr>
          <a:xfrm>
            <a:off x="11430000" y="4480560"/>
            <a:ext cx="1280160" cy="1280160"/>
          </a:xfrm>
          <a:prstGeom prst="ellipse">
            <a:avLst/>
          </a:prstGeom>
          <a:solidFill>
            <a:schemeClr val="accent2">
              <a:alpha val="15000"/>
            </a:schemeClr>
          </a:solidFill>
          <a:ln/>
        </p:spPr>
      </p:sp>
      <p:sp>
        <p:nvSpPr>
          <p:cNvPr id="4" name="!!orbC"/>
          <p:cNvSpPr/>
          <p:nvPr/>
        </p:nvSpPr>
        <p:spPr>
          <a:xfrm>
            <a:off x="-640080" y="5120640"/>
            <a:ext cx="1097280" cy="1097280"/>
          </a:xfrm>
          <a:prstGeom prst="ellipse">
            <a:avLst/>
          </a:prstGeom>
          <a:solidFill>
            <a:schemeClr val="accent1">
              <a:alpha val="15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Millions burn. Few know why</a:t>
            </a:r>
            <a:endParaRPr lang="en-US" sz="3600" dirty="0"/>
          </a:p>
        </p:txBody>
      </p:sp>
      <p:sp>
        <p:nvSpPr>
          <p:cNvPr id="6" name="shape_12"/>
          <p:cNvSpPr/>
          <p:nvPr/>
        </p:nvSpPr>
        <p:spPr>
          <a:xfrm>
            <a:off x="548640" y="1645920"/>
            <a:ext cx="3483864" cy="2788920"/>
          </a:xfrm>
          <a:prstGeom prst="roundRect">
            <a:avLst>
              <a:gd name="adj" fmla="val 6557"/>
            </a:avLst>
          </a:prstGeom>
          <a:solidFill>
            <a:schemeClr val="bg2"/>
          </a:solidFill>
          <a:ln/>
        </p:spPr>
      </p:sp>
      <p:sp>
        <p:nvSpPr>
          <p:cNvPr id="7" name="shape_13"/>
          <p:cNvSpPr/>
          <p:nvPr/>
        </p:nvSpPr>
        <p:spPr>
          <a:xfrm>
            <a:off x="868680" y="1965960"/>
            <a:ext cx="658368" cy="658368"/>
          </a:xfrm>
          <a:prstGeom prst="ellipse">
            <a:avLst/>
          </a:prstGeom>
          <a:solidFill>
            <a:schemeClr val="accent1"/>
          </a:solidFill>
          <a:ln/>
        </p:spPr>
      </p:sp>
      <p:pic>
        <p:nvPicPr>
          <p:cNvPr id="8" name="icon_14" descr="Users icon">    </p:cNvPr>
          <p:cNvPicPr>
            <a:picLocks noChangeAspect="1"/>
          </p:cNvPicPr>
          <p:nvPr/>
        </p:nvPicPr>
        <p:blipFill>
          <a:blip r:embed="rId1"/>
          <a:stretch>
            <a:fillRect/>
          </a:stretch>
        </p:blipFill>
        <p:spPr>
          <a:xfrm>
            <a:off x="1026688" y="2123968"/>
            <a:ext cx="342351" cy="342351"/>
          </a:xfrm>
          <a:prstGeom prst="rect">
            <a:avLst/>
          </a:prstGeom>
        </p:spPr>
      </p:pic>
      <p:sp>
        <p:nvSpPr>
          <p:cNvPr id="9" name="text_15"/>
          <p:cNvSpPr txBox="1"/>
          <p:nvPr/>
        </p:nvSpPr>
        <p:spPr>
          <a:xfrm>
            <a:off x="868680" y="2743200"/>
            <a:ext cx="2834640" cy="868680"/>
          </a:xfrm>
          <a:prstGeom prst="rect">
            <a:avLst/>
          </a:prstGeom>
          <a:noFill/>
          <a:ln/>
        </p:spPr>
        <p:txBody>
          <a:bodyPr wrap="square" lIns="0" tIns="0" rIns="0" bIns="0" rtlCol="0" anchor="ctr"/>
          <a:lstStyle/>
          <a:p>
            <a:pPr indent="0" marL="0">
              <a:buNone/>
            </a:pPr>
            <a:r>
              <a:rPr lang="en-US" sz="5400" b="1" dirty="0">
                <a:solidFill>
                  <a:schemeClr val="accent1"/>
                </a:solidFill>
                <a:latin typeface="Arial" pitchFamily="34" charset="0"/>
                <a:ea typeface="Arial" pitchFamily="34" charset="-122"/>
                <a:cs typeface="Arial" pitchFamily="34" charset="-120"/>
              </a:rPr>
              <a:t>1 in 7</a:t>
            </a:r>
            <a:endParaRPr lang="en-US" sz="5400" dirty="0"/>
          </a:p>
        </p:txBody>
      </p:sp>
      <p:sp>
        <p:nvSpPr>
          <p:cNvPr id="10" name="text_16"/>
          <p:cNvSpPr txBox="1"/>
          <p:nvPr/>
        </p:nvSpPr>
        <p:spPr>
          <a:xfrm>
            <a:off x="868680" y="3611880"/>
            <a:ext cx="2880360" cy="658368"/>
          </a:xfrm>
          <a:prstGeom prst="rect">
            <a:avLst/>
          </a:prstGeom>
          <a:noFill/>
          <a:ln/>
        </p:spPr>
        <p:txBody>
          <a:bodyPr wrap="square" lIns="0" tIns="0" rIns="0" bIns="0" rtlCol="0" anchor="t"/>
          <a:lstStyle/>
          <a:p>
            <a:pPr indent="0" marL="0">
              <a:buNone/>
            </a:pPr>
            <a:r>
              <a:rPr lang="en-US" sz="1500" dirty="0">
                <a:solidFill>
                  <a:schemeClr val="tx1"/>
                </a:solidFill>
              </a:rPr>
              <a:t>adults worldwide live with GERD — about 14% of people</a:t>
            </a:r>
            <a:endParaRPr lang="en-US" sz="1500" dirty="0"/>
          </a:p>
        </p:txBody>
      </p:sp>
      <p:sp>
        <p:nvSpPr>
          <p:cNvPr id="11" name="shape_17"/>
          <p:cNvSpPr/>
          <p:nvPr/>
        </p:nvSpPr>
        <p:spPr>
          <a:xfrm>
            <a:off x="4352544" y="1645920"/>
            <a:ext cx="3483864" cy="2788920"/>
          </a:xfrm>
          <a:prstGeom prst="roundRect">
            <a:avLst>
              <a:gd name="adj" fmla="val 6557"/>
            </a:avLst>
          </a:prstGeom>
          <a:solidFill>
            <a:schemeClr val="bg2"/>
          </a:solidFill>
          <a:ln/>
        </p:spPr>
      </p:sp>
      <p:sp>
        <p:nvSpPr>
          <p:cNvPr id="12" name="shape_18"/>
          <p:cNvSpPr/>
          <p:nvPr/>
        </p:nvSpPr>
        <p:spPr>
          <a:xfrm>
            <a:off x="4672584" y="1965960"/>
            <a:ext cx="658368" cy="658368"/>
          </a:xfrm>
          <a:prstGeom prst="ellipse">
            <a:avLst/>
          </a:prstGeom>
          <a:solidFill>
            <a:schemeClr val="accent2"/>
          </a:solidFill>
          <a:ln/>
        </p:spPr>
      </p:sp>
      <p:pic>
        <p:nvPicPr>
          <p:cNvPr id="13" name="icon_19" descr="Flame icon">    </p:cNvPr>
          <p:cNvPicPr>
            <a:picLocks noChangeAspect="1"/>
          </p:cNvPicPr>
          <p:nvPr/>
        </p:nvPicPr>
        <p:blipFill>
          <a:blip r:embed="rId2"/>
          <a:stretch>
            <a:fillRect/>
          </a:stretch>
        </p:blipFill>
        <p:spPr>
          <a:xfrm>
            <a:off x="4830592" y="2123968"/>
            <a:ext cx="342351" cy="342351"/>
          </a:xfrm>
          <a:prstGeom prst="rect">
            <a:avLst/>
          </a:prstGeom>
        </p:spPr>
      </p:pic>
      <p:sp>
        <p:nvSpPr>
          <p:cNvPr id="14" name="text_20"/>
          <p:cNvSpPr txBox="1"/>
          <p:nvPr/>
        </p:nvSpPr>
        <p:spPr>
          <a:xfrm>
            <a:off x="4672584" y="2743200"/>
            <a:ext cx="2834640" cy="868680"/>
          </a:xfrm>
          <a:prstGeom prst="rect">
            <a:avLst/>
          </a:prstGeom>
          <a:noFill/>
          <a:ln/>
        </p:spPr>
        <p:txBody>
          <a:bodyPr wrap="square" lIns="0" tIns="0" rIns="0" bIns="0" rtlCol="0" anchor="ctr"/>
          <a:lstStyle/>
          <a:p>
            <a:pPr indent="0" marL="0">
              <a:buNone/>
            </a:pPr>
            <a:r>
              <a:rPr lang="en-US" sz="5400" b="1" dirty="0">
                <a:solidFill>
                  <a:schemeClr val="accent2"/>
                </a:solidFill>
                <a:latin typeface="Arial" pitchFamily="34" charset="0"/>
                <a:ea typeface="Arial" pitchFamily="34" charset="-122"/>
                <a:cs typeface="Arial" pitchFamily="34" charset="-120"/>
              </a:rPr>
              <a:t>1.03B</a:t>
            </a:r>
            <a:endParaRPr lang="en-US" sz="5400" dirty="0"/>
          </a:p>
        </p:txBody>
      </p:sp>
      <p:sp>
        <p:nvSpPr>
          <p:cNvPr id="15" name="text_21"/>
          <p:cNvSpPr txBox="1"/>
          <p:nvPr/>
        </p:nvSpPr>
        <p:spPr>
          <a:xfrm>
            <a:off x="4672584" y="3611880"/>
            <a:ext cx="2880360" cy="658368"/>
          </a:xfrm>
          <a:prstGeom prst="rect">
            <a:avLst/>
          </a:prstGeom>
          <a:noFill/>
          <a:ln/>
        </p:spPr>
        <p:txBody>
          <a:bodyPr wrap="square" lIns="0" tIns="0" rIns="0" bIns="0" rtlCol="0" anchor="t"/>
          <a:lstStyle/>
          <a:p>
            <a:pPr indent="0" marL="0">
              <a:buNone/>
            </a:pPr>
            <a:r>
              <a:rPr lang="en-US" sz="1500" dirty="0">
                <a:solidFill>
                  <a:schemeClr val="tx1"/>
                </a:solidFill>
              </a:rPr>
              <a:t>people estimated to suffer from reflux disease globally</a:t>
            </a:r>
            <a:endParaRPr lang="en-US" sz="1500" dirty="0"/>
          </a:p>
        </p:txBody>
      </p:sp>
      <p:sp>
        <p:nvSpPr>
          <p:cNvPr id="16" name="shape_22"/>
          <p:cNvSpPr/>
          <p:nvPr/>
        </p:nvSpPr>
        <p:spPr>
          <a:xfrm>
            <a:off x="8156448" y="1645920"/>
            <a:ext cx="3483864" cy="2788920"/>
          </a:xfrm>
          <a:prstGeom prst="roundRect">
            <a:avLst>
              <a:gd name="adj" fmla="val 6557"/>
            </a:avLst>
          </a:prstGeom>
          <a:solidFill>
            <a:schemeClr val="bg2"/>
          </a:solidFill>
          <a:ln/>
        </p:spPr>
      </p:sp>
      <p:sp>
        <p:nvSpPr>
          <p:cNvPr id="17" name="shape_23"/>
          <p:cNvSpPr/>
          <p:nvPr/>
        </p:nvSpPr>
        <p:spPr>
          <a:xfrm>
            <a:off x="8476488" y="1965960"/>
            <a:ext cx="658368" cy="658368"/>
          </a:xfrm>
          <a:prstGeom prst="ellipse">
            <a:avLst/>
          </a:prstGeom>
          <a:solidFill>
            <a:schemeClr val="tx1"/>
          </a:solidFill>
          <a:ln/>
        </p:spPr>
      </p:sp>
      <p:pic>
        <p:nvPicPr>
          <p:cNvPr id="18" name="icon_24" descr="Brain icon">    </p:cNvPr>
          <p:cNvPicPr>
            <a:picLocks noChangeAspect="1"/>
          </p:cNvPicPr>
          <p:nvPr/>
        </p:nvPicPr>
        <p:blipFill>
          <a:blip r:embed="rId3"/>
          <a:stretch>
            <a:fillRect/>
          </a:stretch>
        </p:blipFill>
        <p:spPr>
          <a:xfrm>
            <a:off x="8634496" y="2123968"/>
            <a:ext cx="342351" cy="342351"/>
          </a:xfrm>
          <a:prstGeom prst="rect">
            <a:avLst/>
          </a:prstGeom>
        </p:spPr>
      </p:pic>
      <p:sp>
        <p:nvSpPr>
          <p:cNvPr id="19" name="text_25"/>
          <p:cNvSpPr txBox="1"/>
          <p:nvPr/>
        </p:nvSpPr>
        <p:spPr>
          <a:xfrm>
            <a:off x="8476488" y="2743200"/>
            <a:ext cx="2834640" cy="868680"/>
          </a:xfrm>
          <a:prstGeom prst="rect">
            <a:avLst/>
          </a:prstGeom>
          <a:noFill/>
          <a:ln/>
        </p:spPr>
        <p:txBody>
          <a:bodyPr wrap="square" lIns="0" tIns="0" rIns="0" bIns="0" rtlCol="0" anchor="ctr"/>
          <a:lstStyle/>
          <a:p>
            <a:pPr indent="0" marL="0">
              <a:buNone/>
            </a:pPr>
            <a:r>
              <a:rPr lang="en-US" sz="5400" b="1" dirty="0">
                <a:solidFill>
                  <a:schemeClr val="tx1"/>
                </a:solidFill>
                <a:latin typeface="Arial" pitchFamily="34" charset="0"/>
                <a:ea typeface="Arial" pitchFamily="34" charset="-122"/>
                <a:cs typeface="Arial" pitchFamily="34" charset="-120"/>
              </a:rPr>
              <a:t>3.2×</a:t>
            </a:r>
            <a:endParaRPr lang="en-US" sz="5400" dirty="0"/>
          </a:p>
        </p:txBody>
      </p:sp>
      <p:sp>
        <p:nvSpPr>
          <p:cNvPr id="20" name="text_26"/>
          <p:cNvSpPr txBox="1"/>
          <p:nvPr/>
        </p:nvSpPr>
        <p:spPr>
          <a:xfrm>
            <a:off x="8476488" y="3611880"/>
            <a:ext cx="2880360" cy="658368"/>
          </a:xfrm>
          <a:prstGeom prst="rect">
            <a:avLst/>
          </a:prstGeom>
          <a:noFill/>
          <a:ln/>
        </p:spPr>
        <p:txBody>
          <a:bodyPr wrap="square" lIns="0" tIns="0" rIns="0" bIns="0" rtlCol="0" anchor="t"/>
          <a:lstStyle/>
          <a:p>
            <a:pPr indent="0" marL="0">
              <a:buNone/>
            </a:pPr>
            <a:r>
              <a:rPr lang="en-US" sz="1500" dirty="0">
                <a:solidFill>
                  <a:schemeClr val="tx1"/>
                </a:solidFill>
              </a:rPr>
              <a:t>higher odds of severe reflux symptoms in people with anxiety</a:t>
            </a:r>
            <a:endParaRPr lang="en-US" sz="1500" dirty="0"/>
          </a:p>
        </p:txBody>
      </p:sp>
      <p:sp>
        <p:nvSpPr>
          <p:cNvPr id="21" name="text_27"/>
          <p:cNvSpPr txBox="1"/>
          <p:nvPr/>
        </p:nvSpPr>
        <p:spPr>
          <a:xfrm>
            <a:off x="548640" y="4617720"/>
            <a:ext cx="11064240" cy="868680"/>
          </a:xfrm>
          <a:prstGeom prst="rect">
            <a:avLst/>
          </a:prstGeom>
          <a:noFill/>
          <a:ln/>
        </p:spPr>
        <p:txBody>
          <a:bodyPr wrap="square" lIns="0" tIns="0" rIns="0" bIns="0" rtlCol="0" anchor="ctr"/>
          <a:lstStyle/>
          <a:p>
            <a:pPr indent="0" marL="0">
              <a:buNone/>
            </a:pPr>
            <a:r>
              <a:rPr lang="en-US" sz="2000" dirty="0">
                <a:solidFill>
                  <a:schemeClr val="tx1"/>
                </a:solidFill>
              </a:rPr>
              <a:t>Most people treat the burn — </a:t>
            </a:r>
            <a:pPr indent="0" marL="0">
              <a:buNone/>
            </a:pPr>
            <a:r>
              <a:rPr lang="en-US" sz="2000" b="1" dirty="0">
                <a:solidFill>
                  <a:schemeClr val="accent2"/>
                </a:solidFill>
              </a:rPr>
              <a:t>not the cause.</a:t>
            </a:r>
            <a:endParaRPr lang="en-US" sz="2000" dirty="0"/>
          </a:p>
          <a:p>
            <a:pPr indent="0" marL="0">
              <a:buNone/>
            </a:pPr>
            <a:r>
              <a:rPr lang="en-US" sz="2000" dirty="0">
                <a:solidFill>
                  <a:schemeClr val="tx1"/>
                </a:solidFill>
              </a:rPr>
              <a:t>They can’t tell which meal, short night, or stressful day set it off.</a:t>
            </a:r>
            <a:endParaRPr lang="en-US" sz="2000" dirty="0"/>
          </a:p>
        </p:txBody>
      </p:sp>
      <p:sp>
        <p:nvSpPr>
          <p:cNvPr id="22" name="text_28"/>
          <p:cNvSpPr txBox="1"/>
          <p:nvPr/>
        </p:nvSpPr>
        <p:spPr>
          <a:xfrm>
            <a:off x="548640" y="5715000"/>
            <a:ext cx="10332720" cy="411480"/>
          </a:xfrm>
          <a:prstGeom prst="rect">
            <a:avLst/>
          </a:prstGeom>
          <a:noFill/>
          <a:ln/>
        </p:spPr>
        <p:txBody>
          <a:bodyPr wrap="square" lIns="0" tIns="0" rIns="0" bIns="0" rtlCol="0" anchor="t"/>
          <a:lstStyle/>
          <a:p>
            <a:pPr indent="0" marL="0">
              <a:buNone/>
            </a:pPr>
            <a:r>
              <a:rPr lang="en-US" sz="1000" dirty="0">
                <a:solidFill>
                  <a:schemeClr val="accent4"/>
                </a:solidFill>
              </a:rPr>
              <a:t>Sources: Nirwan et al., Scientific Reports (2020) — meta-analysis of 102 studies, 37 countries; HUNT population study, Alimentary Pharmacology &amp; Therapeutics (2007), n = 65,333.</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additive="base">
                                        <p:cTn id="8"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600" fill="hold" decel="100000"/>
                                        <p:tgtEl>
                                          <p:spTgt spid="6"/>
                                        </p:tgtEl>
                                        <p:attrNameLst>
                                          <p:attrName>ppt_y</p:attrName>
                                        </p:attrNameLst>
                                      </p:cBhvr>
                                      <p:tavLst>
                                        <p:tav tm="0">
                                          <p:val>
                                            <p:strVal val="#ppt_y+0.05"/>
                                          </p:val>
                                        </p:tav>
                                        <p:tav tm="100000">
                                          <p:val>
                                            <p:strVal val="#ppt_y"/>
                                          </p:val>
                                        </p:tav>
                                      </p:tavLst>
                                    </p:anim>
                                  </p:childTnLst>
                                </p:cTn>
                              </p:par>
                              <p:par>
                                <p:cTn id="10" presetID="53" presetClass="entr" presetSubtype="16" fill="hold" grpId="0" nodeType="withEffect">
                                  <p:stCondLst>
                                    <p:cond delay="15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450" fill="hold" decel="100000"/>
                                        <p:tgtEl>
                                          <p:spTgt spid="7"/>
                                        </p:tgtEl>
                                        <p:attrNameLst>
                                          <p:attrName>ppt_w</p:attrName>
                                        </p:attrNameLst>
                                      </p:cBhvr>
                                      <p:tavLst>
                                        <p:tav tm="0">
                                          <p:val>
                                            <p:strVal val="0"/>
                                          </p:val>
                                        </p:tav>
                                        <p:tav tm="100000">
                                          <p:val>
                                            <p:strVal val="#ppt_w"/>
                                          </p:val>
                                        </p:tav>
                                      </p:tavLst>
                                    </p:anim>
                                    <p:anim calcmode="lin" valueType="num">
                                      <p:cBhvr additive="base">
                                        <p:cTn id="13" dur="450" fill="hold" decel="100000"/>
                                        <p:tgtEl>
                                          <p:spTgt spid="7"/>
                                        </p:tgtEl>
                                        <p:attrNameLst>
                                          <p:attrName>ppt_h</p:attrName>
                                        </p:attrNameLst>
                                      </p:cBhvr>
                                      <p:tavLst>
                                        <p:tav tm="0">
                                          <p:val>
                                            <p:strVal val="0"/>
                                          </p:val>
                                        </p:tav>
                                        <p:tav tm="100000">
                                          <p:val>
                                            <p:strVal val="#ppt_h"/>
                                          </p:val>
                                        </p:tav>
                                      </p:tavLst>
                                    </p:anim>
                                    <p:animEffect transition="in" filter="fade">
                                      <p:cBhvr>
                                        <p:cTn id="14" dur="450"/>
                                        <p:tgtEl>
                                          <p:spTgt spid="7"/>
                                        </p:tgtEl>
                                      </p:cBhvr>
                                    </p:animEffect>
                                  </p:childTnLst>
                                </p:cTn>
                              </p:par>
                              <p:par>
                                <p:cTn id="15" presetID="53" presetClass="entr" presetSubtype="16" fill="hold" grpId="0" nodeType="withEffect">
                                  <p:stCondLst>
                                    <p:cond delay="15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450" fill="hold" decel="100000"/>
                                        <p:tgtEl>
                                          <p:spTgt spid="8"/>
                                        </p:tgtEl>
                                        <p:attrNameLst>
                                          <p:attrName>ppt_w</p:attrName>
                                        </p:attrNameLst>
                                      </p:cBhvr>
                                      <p:tavLst>
                                        <p:tav tm="0">
                                          <p:val>
                                            <p:strVal val="0"/>
                                          </p:val>
                                        </p:tav>
                                        <p:tav tm="100000">
                                          <p:val>
                                            <p:strVal val="#ppt_w"/>
                                          </p:val>
                                        </p:tav>
                                      </p:tavLst>
                                    </p:anim>
                                    <p:anim calcmode="lin" valueType="num">
                                      <p:cBhvr additive="base">
                                        <p:cTn id="18" dur="450" fill="hold" decel="100000"/>
                                        <p:tgtEl>
                                          <p:spTgt spid="8"/>
                                        </p:tgtEl>
                                        <p:attrNameLst>
                                          <p:attrName>ppt_h</p:attrName>
                                        </p:attrNameLst>
                                      </p:cBhvr>
                                      <p:tavLst>
                                        <p:tav tm="0">
                                          <p:val>
                                            <p:strVal val="0"/>
                                          </p:val>
                                        </p:tav>
                                        <p:tav tm="100000">
                                          <p:val>
                                            <p:strVal val="#ppt_h"/>
                                          </p:val>
                                        </p:tav>
                                      </p:tavLst>
                                    </p:anim>
                                    <p:animEffect transition="in" filter="fade">
                                      <p:cBhvr>
                                        <p:cTn id="19" dur="450"/>
                                        <p:tgtEl>
                                          <p:spTgt spid="8"/>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600"/>
                                        <p:tgtEl>
                                          <p:spTgt spid="11"/>
                                        </p:tgtEl>
                                      </p:cBhvr>
                                    </p:animEffect>
                                    <p:anim calcmode="lin" valueType="num">
                                      <p:cBhvr additive="base">
                                        <p:cTn id="23" dur="600" fill="hold" decel="100000"/>
                                        <p:tgtEl>
                                          <p:spTgt spid="11"/>
                                        </p:tgtEl>
                                        <p:attrNameLst>
                                          <p:attrName>ppt_x</p:attrName>
                                        </p:attrNameLst>
                                      </p:cBhvr>
                                      <p:tavLst>
                                        <p:tav tm="0">
                                          <p:val>
                                            <p:strVal val="#ppt_x"/>
                                          </p:val>
                                        </p:tav>
                                        <p:tav tm="100000">
                                          <p:val>
                                            <p:strVal val="#ppt_x"/>
                                          </p:val>
                                        </p:tav>
                                      </p:tavLst>
                                    </p:anim>
                                    <p:anim calcmode="lin" valueType="num">
                                      <p:cBhvr additive="base">
                                        <p:cTn id="24" dur="600" fill="hold" decel="100000"/>
                                        <p:tgtEl>
                                          <p:spTgt spid="11"/>
                                        </p:tgtEl>
                                        <p:attrNameLst>
                                          <p:attrName>ppt_y</p:attrName>
                                        </p:attrNameLst>
                                      </p:cBhvr>
                                      <p:tavLst>
                                        <p:tav tm="0">
                                          <p:val>
                                            <p:strVal val="#ppt_y+0.05"/>
                                          </p:val>
                                        </p:tav>
                                        <p:tav tm="100000">
                                          <p:val>
                                            <p:strVal val="#ppt_y"/>
                                          </p:val>
                                        </p:tav>
                                      </p:tavLst>
                                    </p:anim>
                                  </p:childTnLst>
                                </p:cTn>
                              </p:par>
                              <p:par>
                                <p:cTn id="25" presetID="53" presetClass="entr" presetSubtype="16" fill="hold" grpId="0" nodeType="withEffect">
                                  <p:stCondLst>
                                    <p:cond delay="30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decel="100000"/>
                                        <p:tgtEl>
                                          <p:spTgt spid="9"/>
                                        </p:tgtEl>
                                        <p:attrNameLst>
                                          <p:attrName>ppt_w</p:attrName>
                                        </p:attrNameLst>
                                      </p:cBhvr>
                                      <p:tavLst>
                                        <p:tav tm="0">
                                          <p:val>
                                            <p:strVal val="0"/>
                                          </p:val>
                                        </p:tav>
                                        <p:tav tm="100000">
                                          <p:val>
                                            <p:strVal val="#ppt_w"/>
                                          </p:val>
                                        </p:tav>
                                      </p:tavLst>
                                    </p:anim>
                                    <p:anim calcmode="lin" valueType="num">
                                      <p:cBhvr additive="base">
                                        <p:cTn id="28" dur="500" fill="hold" decel="100000"/>
                                        <p:tgtEl>
                                          <p:spTgt spid="9"/>
                                        </p:tgtEl>
                                        <p:attrNameLst>
                                          <p:attrName>ppt_h</p:attrName>
                                        </p:attrNameLst>
                                      </p:cBhvr>
                                      <p:tavLst>
                                        <p:tav tm="0">
                                          <p:val>
                                            <p:strVal val="0"/>
                                          </p:val>
                                        </p:tav>
                                        <p:tav tm="100000">
                                          <p:val>
                                            <p:strVal val="#ppt_h"/>
                                          </p:val>
                                        </p:tav>
                                      </p:tavLst>
                                    </p:anim>
                                    <p:animEffect transition="in" filter="fade">
                                      <p:cBhvr>
                                        <p:cTn id="29" dur="500"/>
                                        <p:tgtEl>
                                          <p:spTgt spid="9"/>
                                        </p:tgtEl>
                                      </p:cBhvr>
                                    </p:animEffect>
                                  </p:childTnLst>
                                </p:cTn>
                              </p:par>
                              <p:par>
                                <p:cTn id="30" presetID="53" presetClass="entr" presetSubtype="16" fill="hold" grpId="0" nodeType="withEffect">
                                  <p:stCondLst>
                                    <p:cond delay="370"/>
                                  </p:stCondLst>
                                  <p:childTnLst>
                                    <p:set>
                                      <p:cBhvr>
                                        <p:cTn id="31" dur="1" fill="hold">
                                          <p:stCondLst>
                                            <p:cond delay="0"/>
                                          </p:stCondLst>
                                        </p:cTn>
                                        <p:tgtEl>
                                          <p:spTgt spid="12"/>
                                        </p:tgtEl>
                                        <p:attrNameLst>
                                          <p:attrName>style.visibility</p:attrName>
                                        </p:attrNameLst>
                                      </p:cBhvr>
                                      <p:to>
                                        <p:strVal val="visible"/>
                                      </p:to>
                                    </p:set>
                                    <p:anim calcmode="lin" valueType="num">
                                      <p:cBhvr additive="base">
                                        <p:cTn id="32" dur="450" fill="hold" decel="100000"/>
                                        <p:tgtEl>
                                          <p:spTgt spid="12"/>
                                        </p:tgtEl>
                                        <p:attrNameLst>
                                          <p:attrName>ppt_w</p:attrName>
                                        </p:attrNameLst>
                                      </p:cBhvr>
                                      <p:tavLst>
                                        <p:tav tm="0">
                                          <p:val>
                                            <p:strVal val="0"/>
                                          </p:val>
                                        </p:tav>
                                        <p:tav tm="100000">
                                          <p:val>
                                            <p:strVal val="#ppt_w"/>
                                          </p:val>
                                        </p:tav>
                                      </p:tavLst>
                                    </p:anim>
                                    <p:anim calcmode="lin" valueType="num">
                                      <p:cBhvr additive="base">
                                        <p:cTn id="33" dur="450" fill="hold" decel="100000"/>
                                        <p:tgtEl>
                                          <p:spTgt spid="12"/>
                                        </p:tgtEl>
                                        <p:attrNameLst>
                                          <p:attrName>ppt_h</p:attrName>
                                        </p:attrNameLst>
                                      </p:cBhvr>
                                      <p:tavLst>
                                        <p:tav tm="0">
                                          <p:val>
                                            <p:strVal val="0"/>
                                          </p:val>
                                        </p:tav>
                                        <p:tav tm="100000">
                                          <p:val>
                                            <p:strVal val="#ppt_h"/>
                                          </p:val>
                                        </p:tav>
                                      </p:tavLst>
                                    </p:anim>
                                    <p:animEffect transition="in" filter="fade">
                                      <p:cBhvr>
                                        <p:cTn id="34" dur="450"/>
                                        <p:tgtEl>
                                          <p:spTgt spid="12"/>
                                        </p:tgtEl>
                                      </p:cBhvr>
                                    </p:animEffect>
                                  </p:childTnLst>
                                </p:cTn>
                              </p:par>
                              <p:par>
                                <p:cTn id="35" presetID="53" presetClass="entr" presetSubtype="16" fill="hold" grpId="0" nodeType="withEffect">
                                  <p:stCondLst>
                                    <p:cond delay="37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450" fill="hold" decel="100000"/>
                                        <p:tgtEl>
                                          <p:spTgt spid="13"/>
                                        </p:tgtEl>
                                        <p:attrNameLst>
                                          <p:attrName>ppt_w</p:attrName>
                                        </p:attrNameLst>
                                      </p:cBhvr>
                                      <p:tavLst>
                                        <p:tav tm="0">
                                          <p:val>
                                            <p:strVal val="0"/>
                                          </p:val>
                                        </p:tav>
                                        <p:tav tm="100000">
                                          <p:val>
                                            <p:strVal val="#ppt_w"/>
                                          </p:val>
                                        </p:tav>
                                      </p:tavLst>
                                    </p:anim>
                                    <p:anim calcmode="lin" valueType="num">
                                      <p:cBhvr additive="base">
                                        <p:cTn id="38" dur="450" fill="hold" decel="100000"/>
                                        <p:tgtEl>
                                          <p:spTgt spid="13"/>
                                        </p:tgtEl>
                                        <p:attrNameLst>
                                          <p:attrName>ppt_h</p:attrName>
                                        </p:attrNameLst>
                                      </p:cBhvr>
                                      <p:tavLst>
                                        <p:tav tm="0">
                                          <p:val>
                                            <p:strVal val="0"/>
                                          </p:val>
                                        </p:tav>
                                        <p:tav tm="100000">
                                          <p:val>
                                            <p:strVal val="#ppt_h"/>
                                          </p:val>
                                        </p:tav>
                                      </p:tavLst>
                                    </p:anim>
                                    <p:animEffect transition="in" filter="fade">
                                      <p:cBhvr>
                                        <p:cTn id="39" dur="450"/>
                                        <p:tgtEl>
                                          <p:spTgt spid="13"/>
                                        </p:tgtEl>
                                      </p:cBhvr>
                                    </p:animEffect>
                                  </p:childTnLst>
                                </p:cTn>
                              </p:par>
                              <p:par>
                                <p:cTn id="40" presetID="10" presetClass="entr" presetSubtype="0" fill="hold" grpId="0" nodeType="withEffect">
                                  <p:stCondLst>
                                    <p:cond delay="40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par>
                                <p:cTn id="43" presetID="42" presetClass="entr" presetSubtype="0" fill="hold" grpId="0" nodeType="withEffect">
                                  <p:stCondLst>
                                    <p:cond delay="44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anim calcmode="lin" valueType="num">
                                      <p:cBhvr additive="base">
                                        <p:cTn id="46"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47" dur="600" fill="hold" decel="100000"/>
                                        <p:tgtEl>
                                          <p:spTgt spid="16"/>
                                        </p:tgtEl>
                                        <p:attrNameLst>
                                          <p:attrName>ppt_y</p:attrName>
                                        </p:attrNameLst>
                                      </p:cBhvr>
                                      <p:tavLst>
                                        <p:tav tm="0">
                                          <p:val>
                                            <p:strVal val="#ppt_y+0.05"/>
                                          </p:val>
                                        </p:tav>
                                        <p:tav tm="100000">
                                          <p:val>
                                            <p:strVal val="#ppt_y"/>
                                          </p:val>
                                        </p:tav>
                                      </p:tavLst>
                                    </p:anim>
                                  </p:childTnLst>
                                </p:cTn>
                              </p:par>
                              <p:par>
                                <p:cTn id="48" presetID="53" presetClass="entr" presetSubtype="16" fill="hold" grpId="0" nodeType="withEffect">
                                  <p:stCondLst>
                                    <p:cond delay="52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decel="100000"/>
                                        <p:tgtEl>
                                          <p:spTgt spid="14"/>
                                        </p:tgtEl>
                                        <p:attrNameLst>
                                          <p:attrName>ppt_w</p:attrName>
                                        </p:attrNameLst>
                                      </p:cBhvr>
                                      <p:tavLst>
                                        <p:tav tm="0">
                                          <p:val>
                                            <p:strVal val="0"/>
                                          </p:val>
                                        </p:tav>
                                        <p:tav tm="100000">
                                          <p:val>
                                            <p:strVal val="#ppt_w"/>
                                          </p:val>
                                        </p:tav>
                                      </p:tavLst>
                                    </p:anim>
                                    <p:anim calcmode="lin" valueType="num">
                                      <p:cBhvr additive="base">
                                        <p:cTn id="51" dur="500" fill="hold" decel="100000"/>
                                        <p:tgtEl>
                                          <p:spTgt spid="14"/>
                                        </p:tgtEl>
                                        <p:attrNameLst>
                                          <p:attrName>ppt_h</p:attrName>
                                        </p:attrNameLst>
                                      </p:cBhvr>
                                      <p:tavLst>
                                        <p:tav tm="0">
                                          <p:val>
                                            <p:strVal val="0"/>
                                          </p:val>
                                        </p:tav>
                                        <p:tav tm="100000">
                                          <p:val>
                                            <p:strVal val="#ppt_h"/>
                                          </p:val>
                                        </p:tav>
                                      </p:tavLst>
                                    </p:anim>
                                    <p:animEffect transition="in" filter="fade">
                                      <p:cBhvr>
                                        <p:cTn id="52" dur="500"/>
                                        <p:tgtEl>
                                          <p:spTgt spid="14"/>
                                        </p:tgtEl>
                                      </p:cBhvr>
                                    </p:animEffect>
                                  </p:childTnLst>
                                </p:cTn>
                              </p:par>
                              <p:par>
                                <p:cTn id="53" presetID="53" presetClass="entr" presetSubtype="16" fill="hold" grpId="0" nodeType="withEffect">
                                  <p:stCondLst>
                                    <p:cond delay="59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450" fill="hold" decel="100000"/>
                                        <p:tgtEl>
                                          <p:spTgt spid="17"/>
                                        </p:tgtEl>
                                        <p:attrNameLst>
                                          <p:attrName>ppt_w</p:attrName>
                                        </p:attrNameLst>
                                      </p:cBhvr>
                                      <p:tavLst>
                                        <p:tav tm="0">
                                          <p:val>
                                            <p:strVal val="0"/>
                                          </p:val>
                                        </p:tav>
                                        <p:tav tm="100000">
                                          <p:val>
                                            <p:strVal val="#ppt_w"/>
                                          </p:val>
                                        </p:tav>
                                      </p:tavLst>
                                    </p:anim>
                                    <p:anim calcmode="lin" valueType="num">
                                      <p:cBhvr additive="base">
                                        <p:cTn id="56" dur="450" fill="hold" decel="100000"/>
                                        <p:tgtEl>
                                          <p:spTgt spid="17"/>
                                        </p:tgtEl>
                                        <p:attrNameLst>
                                          <p:attrName>ppt_h</p:attrName>
                                        </p:attrNameLst>
                                      </p:cBhvr>
                                      <p:tavLst>
                                        <p:tav tm="0">
                                          <p:val>
                                            <p:strVal val="0"/>
                                          </p:val>
                                        </p:tav>
                                        <p:tav tm="100000">
                                          <p:val>
                                            <p:strVal val="#ppt_h"/>
                                          </p:val>
                                        </p:tav>
                                      </p:tavLst>
                                    </p:anim>
                                    <p:animEffect transition="in" filter="fade">
                                      <p:cBhvr>
                                        <p:cTn id="57" dur="450"/>
                                        <p:tgtEl>
                                          <p:spTgt spid="17"/>
                                        </p:tgtEl>
                                      </p:cBhvr>
                                    </p:animEffect>
                                  </p:childTnLst>
                                </p:cTn>
                              </p:par>
                              <p:par>
                                <p:cTn id="58" presetID="53" presetClass="entr" presetSubtype="16" fill="hold" grpId="0" nodeType="withEffect">
                                  <p:stCondLst>
                                    <p:cond delay="59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450" fill="hold" decel="100000"/>
                                        <p:tgtEl>
                                          <p:spTgt spid="18"/>
                                        </p:tgtEl>
                                        <p:attrNameLst>
                                          <p:attrName>ppt_w</p:attrName>
                                        </p:attrNameLst>
                                      </p:cBhvr>
                                      <p:tavLst>
                                        <p:tav tm="0">
                                          <p:val>
                                            <p:strVal val="0"/>
                                          </p:val>
                                        </p:tav>
                                        <p:tav tm="100000">
                                          <p:val>
                                            <p:strVal val="#ppt_w"/>
                                          </p:val>
                                        </p:tav>
                                      </p:tavLst>
                                    </p:anim>
                                    <p:anim calcmode="lin" valueType="num">
                                      <p:cBhvr additive="base">
                                        <p:cTn id="61" dur="450" fill="hold" decel="100000"/>
                                        <p:tgtEl>
                                          <p:spTgt spid="18"/>
                                        </p:tgtEl>
                                        <p:attrNameLst>
                                          <p:attrName>ppt_h</p:attrName>
                                        </p:attrNameLst>
                                      </p:cBhvr>
                                      <p:tavLst>
                                        <p:tav tm="0">
                                          <p:val>
                                            <p:strVal val="0"/>
                                          </p:val>
                                        </p:tav>
                                        <p:tav tm="100000">
                                          <p:val>
                                            <p:strVal val="#ppt_h"/>
                                          </p:val>
                                        </p:tav>
                                      </p:tavLst>
                                    </p:anim>
                                    <p:animEffect transition="in" filter="fade">
                                      <p:cBhvr>
                                        <p:cTn id="62" dur="450"/>
                                        <p:tgtEl>
                                          <p:spTgt spid="18"/>
                                        </p:tgtEl>
                                      </p:cBhvr>
                                    </p:animEffect>
                                  </p:childTnLst>
                                </p:cTn>
                              </p:par>
                              <p:par>
                                <p:cTn id="63" presetID="10" presetClass="entr" presetSubtype="0" fill="hold" grpId="0" nodeType="withEffect">
                                  <p:stCondLst>
                                    <p:cond delay="62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53" presetClass="entr" presetSubtype="16" fill="hold" grpId="0" nodeType="withEffect">
                                  <p:stCondLst>
                                    <p:cond delay="74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00" fill="hold" decel="100000"/>
                                        <p:tgtEl>
                                          <p:spTgt spid="19"/>
                                        </p:tgtEl>
                                        <p:attrNameLst>
                                          <p:attrName>ppt_w</p:attrName>
                                        </p:attrNameLst>
                                      </p:cBhvr>
                                      <p:tavLst>
                                        <p:tav tm="0">
                                          <p:val>
                                            <p:strVal val="0"/>
                                          </p:val>
                                        </p:tav>
                                        <p:tav tm="100000">
                                          <p:val>
                                            <p:strVal val="#ppt_w"/>
                                          </p:val>
                                        </p:tav>
                                      </p:tavLst>
                                    </p:anim>
                                    <p:anim calcmode="lin" valueType="num">
                                      <p:cBhvr additive="base">
                                        <p:cTn id="69" dur="500" fill="hold" decel="100000"/>
                                        <p:tgtEl>
                                          <p:spTgt spid="19"/>
                                        </p:tgtEl>
                                        <p:attrNameLst>
                                          <p:attrName>ppt_h</p:attrName>
                                        </p:attrNameLst>
                                      </p:cBhvr>
                                      <p:tavLst>
                                        <p:tav tm="0">
                                          <p:val>
                                            <p:strVal val="0"/>
                                          </p:val>
                                        </p:tav>
                                        <p:tav tm="100000">
                                          <p:val>
                                            <p:strVal val="#ppt_h"/>
                                          </p:val>
                                        </p:tav>
                                      </p:tavLst>
                                    </p:anim>
                                    <p:animEffect transition="in" filter="fade">
                                      <p:cBhvr>
                                        <p:cTn id="70" dur="500"/>
                                        <p:tgtEl>
                                          <p:spTgt spid="19"/>
                                        </p:tgtEl>
                                      </p:cBhvr>
                                    </p:animEffect>
                                  </p:childTnLst>
                                </p:cTn>
                              </p:par>
                              <p:par>
                                <p:cTn id="71" presetID="10" presetClass="entr" presetSubtype="0" fill="hold" grpId="0" nodeType="withEffect">
                                  <p:stCondLst>
                                    <p:cond delay="84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childTnLst>
                                </p:cTn>
                              </p:par>
                              <p:par>
                                <p:cTn id="74" presetID="42" presetClass="entr" presetSubtype="0" fill="hold" grpId="0" nodeType="withEffect">
                                  <p:stCondLst>
                                    <p:cond delay="110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600"/>
                                        <p:tgtEl>
                                          <p:spTgt spid="21"/>
                                        </p:tgtEl>
                                      </p:cBhvr>
                                    </p:animEffect>
                                    <p:anim calcmode="lin" valueType="num">
                                      <p:cBhvr additive="base">
                                        <p:cTn id="77"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78" dur="600" fill="hold" decel="100000"/>
                                        <p:tgtEl>
                                          <p:spTgt spid="21"/>
                                        </p:tgtEl>
                                        <p:attrNameLst>
                                          <p:attrName>ppt_y</p:attrName>
                                        </p:attrNameLst>
                                      </p:cBhvr>
                                      <p:tavLst>
                                        <p:tav tm="0">
                                          <p:val>
                                            <p:strVal val="#ppt_y+0.05"/>
                                          </p:val>
                                        </p:tav>
                                        <p:tav tm="100000">
                                          <p:val>
                                            <p:strVal val="#ppt_y"/>
                                          </p:val>
                                        </p:tav>
                                      </p:tavLst>
                                    </p:anim>
                                  </p:childTnLst>
                                </p:cTn>
                              </p:par>
                              <p:par>
                                <p:cTn id="79" presetID="10" presetClass="entr" presetSubtype="0" fill="hold" grpId="0" nodeType="withEffect">
                                  <p:stCondLst>
                                    <p:cond delay="1400"/>
                                  </p:stCondLst>
                                  <p:childTnLst>
                                    <p:set>
                                      <p:cBhvr>
                                        <p:cTn id="80" dur="1" fill="hold">
                                          <p:stCondLst>
                                            <p:cond delay="0"/>
                                          </p:stCondLst>
                                        </p:cTn>
                                        <p:tgtEl>
                                          <p:spTgt spid="22"/>
                                        </p:tgtEl>
                                        <p:attrNameLst>
                                          <p:attrName>style.visibility</p:attrName>
                                        </p:attrNameLst>
                                      </p:cBhvr>
                                      <p:to>
                                        <p:strVal val="visible"/>
                                      </p:to>
                                    </p:set>
                                    <p:animEffect transition="in" filter="fade">
                                      <p:cBhvr>
                                        <p:cTn id="8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9" grpId="0" animBg="1"/>
      <p:bldP spid="12" grpId="0" animBg="1"/>
      <p:bldP spid="10" grpId="0" animBg="1"/>
      <p:bldP spid="16" grpId="0" animBg="1"/>
      <p:bldP spid="14" grpId="0" animBg="1"/>
      <p:bldP spid="17" grpId="0" animBg="1"/>
      <p:bldP spid="15" grpId="0" animBg="1"/>
      <p:bldP spid="19" grpId="0" animBg="1"/>
      <p:bldP spid="20"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rbA"/>
          <p:cNvSpPr/>
          <p:nvPr/>
        </p:nvSpPr>
        <p:spPr>
          <a:xfrm>
            <a:off x="-2194560" y="3291840"/>
            <a:ext cx="4754880" cy="4754880"/>
          </a:xfrm>
          <a:prstGeom prst="ellipse">
            <a:avLst/>
          </a:prstGeom>
          <a:solidFill>
            <a:schemeClr val="accent1">
              <a:alpha val="16000"/>
            </a:schemeClr>
          </a:solidFill>
          <a:ln/>
        </p:spPr>
      </p:sp>
      <p:sp>
        <p:nvSpPr>
          <p:cNvPr id="3" name="!!orbB"/>
          <p:cNvSpPr/>
          <p:nvPr/>
        </p:nvSpPr>
        <p:spPr>
          <a:xfrm>
            <a:off x="10698480" y="-731520"/>
            <a:ext cx="2103120" cy="2103120"/>
          </a:xfrm>
          <a:prstGeom prst="ellipse">
            <a:avLst/>
          </a:prstGeom>
          <a:solidFill>
            <a:schemeClr val="accent2">
              <a:alpha val="45000"/>
            </a:schemeClr>
          </a:solidFill>
          <a:ln/>
        </p:spPr>
      </p:sp>
      <p:sp>
        <p:nvSpPr>
          <p:cNvPr id="4" name="!!orbC"/>
          <p:cNvSpPr/>
          <p:nvPr/>
        </p:nvSpPr>
        <p:spPr>
          <a:xfrm>
            <a:off x="11612880" y="4206240"/>
            <a:ext cx="731520" cy="731520"/>
          </a:xfrm>
          <a:prstGeom prst="ellipse">
            <a:avLst/>
          </a:prstGeom>
          <a:solidFill>
            <a:schemeClr val="accent3">
              <a:alpha val="7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rPr>
              <a:t>Reflux is a pattern, not one bad meal</a:t>
            </a:r>
            <a:endParaRPr lang="en-US" sz="3600" dirty="0"/>
          </a:p>
        </p:txBody>
      </p:sp>
      <p:sp>
        <p:nvSpPr>
          <p:cNvPr id="6" name="shape_29"/>
          <p:cNvSpPr/>
          <p:nvPr/>
        </p:nvSpPr>
        <p:spPr>
          <a:xfrm>
            <a:off x="2148840" y="2377440"/>
            <a:ext cx="1508760" cy="1508760"/>
          </a:xfrm>
          <a:prstGeom prst="line">
            <a:avLst/>
          </a:prstGeom>
          <a:noFill/>
          <a:ln w="25400">
            <a:solidFill>
              <a:schemeClr val="accent1"/>
            </a:solidFill>
            <a:prstDash val="dash"/>
          </a:ln>
        </p:spPr>
      </p:sp>
      <p:sp>
        <p:nvSpPr>
          <p:cNvPr id="7" name="shape_30"/>
          <p:cNvSpPr/>
          <p:nvPr/>
        </p:nvSpPr>
        <p:spPr>
          <a:xfrm flipH="1">
            <a:off x="3657600" y="2377440"/>
            <a:ext cx="1508760" cy="1508760"/>
          </a:xfrm>
          <a:prstGeom prst="line">
            <a:avLst/>
          </a:prstGeom>
          <a:noFill/>
          <a:ln w="25400">
            <a:solidFill>
              <a:schemeClr val="accent1"/>
            </a:solidFill>
            <a:prstDash val="dash"/>
          </a:ln>
        </p:spPr>
      </p:sp>
      <p:sp>
        <p:nvSpPr>
          <p:cNvPr id="8" name="shape_31"/>
          <p:cNvSpPr/>
          <p:nvPr/>
        </p:nvSpPr>
        <p:spPr>
          <a:xfrm flipH="1">
            <a:off x="2148840" y="3886200"/>
            <a:ext cx="1508760" cy="1508760"/>
          </a:xfrm>
          <a:prstGeom prst="line">
            <a:avLst/>
          </a:prstGeom>
          <a:noFill/>
          <a:ln w="25400">
            <a:solidFill>
              <a:schemeClr val="accent1"/>
            </a:solidFill>
            <a:prstDash val="dash"/>
          </a:ln>
        </p:spPr>
      </p:sp>
      <p:sp>
        <p:nvSpPr>
          <p:cNvPr id="9" name="shape_32"/>
          <p:cNvSpPr/>
          <p:nvPr/>
        </p:nvSpPr>
        <p:spPr>
          <a:xfrm>
            <a:off x="3657600" y="3886200"/>
            <a:ext cx="1508760" cy="1508760"/>
          </a:xfrm>
          <a:prstGeom prst="line">
            <a:avLst/>
          </a:prstGeom>
          <a:noFill/>
          <a:ln w="25400">
            <a:solidFill>
              <a:schemeClr val="accent1"/>
            </a:solidFill>
            <a:prstDash val="dash"/>
          </a:ln>
        </p:spPr>
      </p:sp>
      <p:sp>
        <p:nvSpPr>
          <p:cNvPr id="10" name="shape_33"/>
          <p:cNvSpPr/>
          <p:nvPr/>
        </p:nvSpPr>
        <p:spPr>
          <a:xfrm>
            <a:off x="2743200" y="2971800"/>
            <a:ext cx="1828800" cy="1828800"/>
          </a:xfrm>
          <a:prstGeom prst="ellipse">
            <a:avLst/>
          </a:prstGeom>
          <a:solidFill>
            <a:schemeClr val="accent2"/>
          </a:solidFill>
          <a:ln/>
        </p:spPr>
      </p:sp>
      <p:pic>
        <p:nvPicPr>
          <p:cNvPr id="11" name="icon_34" descr="Flame icon">    </p:cNvPr>
          <p:cNvPicPr>
            <a:picLocks noChangeAspect="1"/>
          </p:cNvPicPr>
          <p:nvPr/>
        </p:nvPicPr>
        <p:blipFill>
          <a:blip r:embed="rId1"/>
          <a:stretch>
            <a:fillRect/>
          </a:stretch>
        </p:blipFill>
        <p:spPr>
          <a:xfrm>
            <a:off x="3401568" y="3227832"/>
            <a:ext cx="512064" cy="512064"/>
          </a:xfrm>
          <a:prstGeom prst="rect">
            <a:avLst/>
          </a:prstGeom>
        </p:spPr>
      </p:pic>
      <p:sp>
        <p:nvSpPr>
          <p:cNvPr id="12" name="text_35"/>
          <p:cNvSpPr txBox="1"/>
          <p:nvPr/>
        </p:nvSpPr>
        <p:spPr>
          <a:xfrm>
            <a:off x="2834640" y="3776472"/>
            <a:ext cx="1645920" cy="685800"/>
          </a:xfrm>
          <a:prstGeom prst="rect">
            <a:avLst/>
          </a:prstGeom>
          <a:noFill/>
          <a:ln/>
        </p:spPr>
        <p:txBody>
          <a:bodyPr wrap="square" lIns="0" tIns="0" rIns="0" bIns="0" rtlCol="0" anchor="t"/>
          <a:lstStyle/>
          <a:p>
            <a:pPr algn="ctr" indent="0" marL="0">
              <a:buNone/>
            </a:pPr>
            <a:r>
              <a:rPr lang="en-US" sz="1600" b="1" dirty="0">
                <a:solidFill>
                  <a:schemeClr val="bg1"/>
                </a:solidFill>
              </a:rPr>
              <a:t>Reflux</a:t>
            </a:r>
            <a:endParaRPr lang="en-US" sz="1600" dirty="0"/>
          </a:p>
          <a:p>
            <a:pPr algn="ctr" indent="0" marL="0">
              <a:buNone/>
            </a:pPr>
            <a:r>
              <a:rPr lang="en-US" sz="1600" b="1" dirty="0">
                <a:solidFill>
                  <a:schemeClr val="bg1"/>
                </a:solidFill>
              </a:rPr>
              <a:t>episode</a:t>
            </a:r>
            <a:endParaRPr lang="en-US" sz="1600" dirty="0"/>
          </a:p>
        </p:txBody>
      </p:sp>
      <p:sp>
        <p:nvSpPr>
          <p:cNvPr id="13" name="shape_36"/>
          <p:cNvSpPr/>
          <p:nvPr/>
        </p:nvSpPr>
        <p:spPr>
          <a:xfrm>
            <a:off x="1508760" y="1737360"/>
            <a:ext cx="1280160" cy="1280160"/>
          </a:xfrm>
          <a:prstGeom prst="ellipse">
            <a:avLst/>
          </a:prstGeom>
          <a:solidFill>
            <a:schemeClr val="tx2"/>
          </a:solidFill>
          <a:ln w="25400">
            <a:solidFill>
              <a:schemeClr val="accent1"/>
            </a:solidFill>
            <a:prstDash val="solid"/>
          </a:ln>
        </p:spPr>
      </p:sp>
      <p:pic>
        <p:nvPicPr>
          <p:cNvPr id="14" name="icon_37" descr="Utensils icon">    </p:cNvPr>
          <p:cNvPicPr>
            <a:picLocks noChangeAspect="1"/>
          </p:cNvPicPr>
          <p:nvPr/>
        </p:nvPicPr>
        <p:blipFill>
          <a:blip r:embed="rId2"/>
          <a:stretch>
            <a:fillRect/>
          </a:stretch>
        </p:blipFill>
        <p:spPr>
          <a:xfrm>
            <a:off x="1929384" y="1947672"/>
            <a:ext cx="438912" cy="438912"/>
          </a:xfrm>
          <a:prstGeom prst="rect">
            <a:avLst/>
          </a:prstGeom>
        </p:spPr>
      </p:pic>
      <p:sp>
        <p:nvSpPr>
          <p:cNvPr id="15" name="text_38"/>
          <p:cNvSpPr txBox="1"/>
          <p:nvPr/>
        </p:nvSpPr>
        <p:spPr>
          <a:xfrm>
            <a:off x="1554480" y="2450592"/>
            <a:ext cx="1188720" cy="329184"/>
          </a:xfrm>
          <a:prstGeom prst="rect">
            <a:avLst/>
          </a:prstGeom>
          <a:noFill/>
          <a:ln/>
        </p:spPr>
        <p:txBody>
          <a:bodyPr wrap="square" lIns="0" tIns="0" rIns="0" bIns="0" rtlCol="0" anchor="ctr"/>
          <a:lstStyle/>
          <a:p>
            <a:pPr algn="ctr" indent="0" marL="0">
              <a:buNone/>
            </a:pPr>
            <a:r>
              <a:rPr lang="en-US" sz="1400" b="1" dirty="0">
                <a:solidFill>
                  <a:schemeClr val="bg1"/>
                </a:solidFill>
              </a:rPr>
              <a:t>Food</a:t>
            </a:r>
            <a:endParaRPr lang="en-US" sz="1400" dirty="0"/>
          </a:p>
        </p:txBody>
      </p:sp>
      <p:sp>
        <p:nvSpPr>
          <p:cNvPr id="16" name="shape_39"/>
          <p:cNvSpPr/>
          <p:nvPr/>
        </p:nvSpPr>
        <p:spPr>
          <a:xfrm>
            <a:off x="4526280" y="1737360"/>
            <a:ext cx="1280160" cy="1280160"/>
          </a:xfrm>
          <a:prstGeom prst="ellipse">
            <a:avLst/>
          </a:prstGeom>
          <a:solidFill>
            <a:schemeClr val="tx2"/>
          </a:solidFill>
          <a:ln w="25400">
            <a:solidFill>
              <a:schemeClr val="accent1"/>
            </a:solidFill>
            <a:prstDash val="solid"/>
          </a:ln>
        </p:spPr>
      </p:sp>
      <p:pic>
        <p:nvPicPr>
          <p:cNvPr id="17" name="icon_40" descr="Moon icon">    </p:cNvPr>
          <p:cNvPicPr>
            <a:picLocks noChangeAspect="1"/>
          </p:cNvPicPr>
          <p:nvPr/>
        </p:nvPicPr>
        <p:blipFill>
          <a:blip r:embed="rId3"/>
          <a:stretch>
            <a:fillRect/>
          </a:stretch>
        </p:blipFill>
        <p:spPr>
          <a:xfrm>
            <a:off x="4946904" y="1947672"/>
            <a:ext cx="438912" cy="438912"/>
          </a:xfrm>
          <a:prstGeom prst="rect">
            <a:avLst/>
          </a:prstGeom>
        </p:spPr>
      </p:pic>
      <p:sp>
        <p:nvSpPr>
          <p:cNvPr id="18" name="text_41"/>
          <p:cNvSpPr txBox="1"/>
          <p:nvPr/>
        </p:nvSpPr>
        <p:spPr>
          <a:xfrm>
            <a:off x="4572000" y="2450592"/>
            <a:ext cx="1188720" cy="329184"/>
          </a:xfrm>
          <a:prstGeom prst="rect">
            <a:avLst/>
          </a:prstGeom>
          <a:noFill/>
          <a:ln/>
        </p:spPr>
        <p:txBody>
          <a:bodyPr wrap="square" lIns="0" tIns="0" rIns="0" bIns="0" rtlCol="0" anchor="ctr"/>
          <a:lstStyle/>
          <a:p>
            <a:pPr algn="ctr" indent="0" marL="0">
              <a:buNone/>
            </a:pPr>
            <a:r>
              <a:rPr lang="en-US" sz="1400" b="1" dirty="0">
                <a:solidFill>
                  <a:schemeClr val="bg1"/>
                </a:solidFill>
              </a:rPr>
              <a:t>Sleep</a:t>
            </a:r>
            <a:endParaRPr lang="en-US" sz="1400" dirty="0"/>
          </a:p>
        </p:txBody>
      </p:sp>
      <p:sp>
        <p:nvSpPr>
          <p:cNvPr id="19" name="shape_42"/>
          <p:cNvSpPr/>
          <p:nvPr/>
        </p:nvSpPr>
        <p:spPr>
          <a:xfrm>
            <a:off x="1508760" y="4754880"/>
            <a:ext cx="1280160" cy="1280160"/>
          </a:xfrm>
          <a:prstGeom prst="ellipse">
            <a:avLst/>
          </a:prstGeom>
          <a:solidFill>
            <a:schemeClr val="tx2"/>
          </a:solidFill>
          <a:ln w="25400">
            <a:solidFill>
              <a:schemeClr val="accent1"/>
            </a:solidFill>
            <a:prstDash val="solid"/>
          </a:ln>
        </p:spPr>
      </p:sp>
      <p:pic>
        <p:nvPicPr>
          <p:cNvPr id="20" name="icon_43" descr="Brain icon">    </p:cNvPr>
          <p:cNvPicPr>
            <a:picLocks noChangeAspect="1"/>
          </p:cNvPicPr>
          <p:nvPr/>
        </p:nvPicPr>
        <p:blipFill>
          <a:blip r:embed="rId4"/>
          <a:stretch>
            <a:fillRect/>
          </a:stretch>
        </p:blipFill>
        <p:spPr>
          <a:xfrm>
            <a:off x="1929384" y="4965192"/>
            <a:ext cx="438912" cy="438912"/>
          </a:xfrm>
          <a:prstGeom prst="rect">
            <a:avLst/>
          </a:prstGeom>
        </p:spPr>
      </p:pic>
      <p:sp>
        <p:nvSpPr>
          <p:cNvPr id="21" name="text_44"/>
          <p:cNvSpPr txBox="1"/>
          <p:nvPr/>
        </p:nvSpPr>
        <p:spPr>
          <a:xfrm>
            <a:off x="1554480" y="5468112"/>
            <a:ext cx="1188720" cy="329184"/>
          </a:xfrm>
          <a:prstGeom prst="rect">
            <a:avLst/>
          </a:prstGeom>
          <a:noFill/>
          <a:ln/>
        </p:spPr>
        <p:txBody>
          <a:bodyPr wrap="square" lIns="0" tIns="0" rIns="0" bIns="0" rtlCol="0" anchor="ctr"/>
          <a:lstStyle/>
          <a:p>
            <a:pPr algn="ctr" indent="0" marL="0">
              <a:buNone/>
            </a:pPr>
            <a:r>
              <a:rPr lang="en-US" sz="1400" b="1" dirty="0">
                <a:solidFill>
                  <a:schemeClr val="bg1"/>
                </a:solidFill>
              </a:rPr>
              <a:t>Stress</a:t>
            </a:r>
            <a:endParaRPr lang="en-US" sz="1400" dirty="0"/>
          </a:p>
        </p:txBody>
      </p:sp>
      <p:sp>
        <p:nvSpPr>
          <p:cNvPr id="22" name="shape_45"/>
          <p:cNvSpPr/>
          <p:nvPr/>
        </p:nvSpPr>
        <p:spPr>
          <a:xfrm>
            <a:off x="4526280" y="4754880"/>
            <a:ext cx="1280160" cy="1280160"/>
          </a:xfrm>
          <a:prstGeom prst="ellipse">
            <a:avLst/>
          </a:prstGeom>
          <a:solidFill>
            <a:schemeClr val="tx2"/>
          </a:solidFill>
          <a:ln w="25400">
            <a:solidFill>
              <a:schemeClr val="accent1"/>
            </a:solidFill>
            <a:prstDash val="solid"/>
          </a:ln>
        </p:spPr>
      </p:sp>
      <p:pic>
        <p:nvPicPr>
          <p:cNvPr id="23" name="icon_46" descr="Activity icon">    </p:cNvPr>
          <p:cNvPicPr>
            <a:picLocks noChangeAspect="1"/>
          </p:cNvPicPr>
          <p:nvPr/>
        </p:nvPicPr>
        <p:blipFill>
          <a:blip r:embed="rId5"/>
          <a:stretch>
            <a:fillRect/>
          </a:stretch>
        </p:blipFill>
        <p:spPr>
          <a:xfrm>
            <a:off x="4946904" y="4965192"/>
            <a:ext cx="438912" cy="438912"/>
          </a:xfrm>
          <a:prstGeom prst="rect">
            <a:avLst/>
          </a:prstGeom>
        </p:spPr>
      </p:pic>
      <p:sp>
        <p:nvSpPr>
          <p:cNvPr id="24" name="text_47"/>
          <p:cNvSpPr txBox="1"/>
          <p:nvPr/>
        </p:nvSpPr>
        <p:spPr>
          <a:xfrm>
            <a:off x="4572000" y="5468112"/>
            <a:ext cx="1188720" cy="329184"/>
          </a:xfrm>
          <a:prstGeom prst="rect">
            <a:avLst/>
          </a:prstGeom>
          <a:noFill/>
          <a:ln/>
        </p:spPr>
        <p:txBody>
          <a:bodyPr wrap="square" lIns="0" tIns="0" rIns="0" bIns="0" rtlCol="0" anchor="ctr"/>
          <a:lstStyle/>
          <a:p>
            <a:pPr algn="ctr" indent="0" marL="0">
              <a:buNone/>
            </a:pPr>
            <a:r>
              <a:rPr lang="en-US" sz="1400" b="1" dirty="0">
                <a:solidFill>
                  <a:schemeClr val="bg1"/>
                </a:solidFill>
              </a:rPr>
              <a:t>Activity</a:t>
            </a:r>
            <a:endParaRPr lang="en-US" sz="1400" dirty="0"/>
          </a:p>
        </p:txBody>
      </p:sp>
      <p:sp>
        <p:nvSpPr>
          <p:cNvPr id="25" name="text_48"/>
          <p:cNvSpPr txBox="1"/>
          <p:nvPr/>
        </p:nvSpPr>
        <p:spPr>
          <a:xfrm>
            <a:off x="6949440" y="1783080"/>
            <a:ext cx="45720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THE INSIGHT</a:t>
            </a:r>
            <a:endParaRPr lang="en-US" sz="1200" dirty="0"/>
          </a:p>
        </p:txBody>
      </p:sp>
      <p:sp>
        <p:nvSpPr>
          <p:cNvPr id="26" name="text_49"/>
          <p:cNvSpPr txBox="1"/>
          <p:nvPr/>
        </p:nvSpPr>
        <p:spPr>
          <a:xfrm>
            <a:off x="6949440" y="2148840"/>
            <a:ext cx="4663440" cy="118872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Food, sleep, stress and movement interact — so one-factor apps miss the real trigger.</a:t>
            </a:r>
            <a:endParaRPr lang="en-US" sz="2200" dirty="0"/>
          </a:p>
        </p:txBody>
      </p:sp>
      <p:pic>
        <p:nvPicPr>
          <p:cNvPr id="27" name="icon_50" descr="CircleX icon">    </p:cNvPr>
          <p:cNvPicPr>
            <a:picLocks noChangeAspect="1"/>
          </p:cNvPicPr>
          <p:nvPr/>
        </p:nvPicPr>
        <p:blipFill>
          <a:blip r:embed="rId6"/>
          <a:stretch>
            <a:fillRect/>
          </a:stretch>
        </p:blipFill>
        <p:spPr>
          <a:xfrm>
            <a:off x="6949440" y="3648456"/>
            <a:ext cx="310896" cy="310896"/>
          </a:xfrm>
          <a:prstGeom prst="rect">
            <a:avLst/>
          </a:prstGeom>
        </p:spPr>
      </p:pic>
      <p:sp>
        <p:nvSpPr>
          <p:cNvPr id="28" name="text_51"/>
          <p:cNvSpPr txBox="1"/>
          <p:nvPr/>
        </p:nvSpPr>
        <p:spPr>
          <a:xfrm>
            <a:off x="7406640" y="3611880"/>
            <a:ext cx="4206240" cy="384048"/>
          </a:xfrm>
          <a:prstGeom prst="rect">
            <a:avLst/>
          </a:prstGeom>
          <a:noFill/>
          <a:ln/>
        </p:spPr>
        <p:txBody>
          <a:bodyPr wrap="square" lIns="0" tIns="0" rIns="0" bIns="0" rtlCol="0" anchor="ctr"/>
          <a:lstStyle/>
          <a:p>
            <a:pPr indent="0" marL="0">
              <a:buNone/>
            </a:pPr>
            <a:r>
              <a:rPr lang="en-US" sz="1600" dirty="0">
                <a:solidFill>
                  <a:schemeClr val="bg2"/>
                </a:solidFill>
              </a:rPr>
              <a:t>Food diaries ignore stress</a:t>
            </a:r>
            <a:endParaRPr lang="en-US" sz="1600" dirty="0"/>
          </a:p>
        </p:txBody>
      </p:sp>
      <p:pic>
        <p:nvPicPr>
          <p:cNvPr id="29" name="icon_52" descr="CircleX icon">    </p:cNvPr>
          <p:cNvPicPr>
            <a:picLocks noChangeAspect="1"/>
          </p:cNvPicPr>
          <p:nvPr/>
        </p:nvPicPr>
        <p:blipFill>
          <a:blip r:embed="rId7"/>
          <a:stretch>
            <a:fillRect/>
          </a:stretch>
        </p:blipFill>
        <p:spPr>
          <a:xfrm>
            <a:off x="6949440" y="4178808"/>
            <a:ext cx="310896" cy="310896"/>
          </a:xfrm>
          <a:prstGeom prst="rect">
            <a:avLst/>
          </a:prstGeom>
        </p:spPr>
      </p:pic>
      <p:sp>
        <p:nvSpPr>
          <p:cNvPr id="30" name="text_53"/>
          <p:cNvSpPr txBox="1"/>
          <p:nvPr/>
        </p:nvSpPr>
        <p:spPr>
          <a:xfrm>
            <a:off x="7406640" y="4142232"/>
            <a:ext cx="4206240" cy="384048"/>
          </a:xfrm>
          <a:prstGeom prst="rect">
            <a:avLst/>
          </a:prstGeom>
          <a:noFill/>
          <a:ln/>
        </p:spPr>
        <p:txBody>
          <a:bodyPr wrap="square" lIns="0" tIns="0" rIns="0" bIns="0" rtlCol="0" anchor="ctr"/>
          <a:lstStyle/>
          <a:p>
            <a:pPr indent="0" marL="0">
              <a:buNone/>
            </a:pPr>
            <a:r>
              <a:rPr lang="en-US" sz="1600" dirty="0">
                <a:solidFill>
                  <a:schemeClr val="bg2"/>
                </a:solidFill>
              </a:rPr>
              <a:t>Mood apps ignore your gut</a:t>
            </a:r>
            <a:endParaRPr lang="en-US" sz="1600" dirty="0"/>
          </a:p>
        </p:txBody>
      </p:sp>
      <p:pic>
        <p:nvPicPr>
          <p:cNvPr id="31" name="icon_54" descr="CircleX icon">    </p:cNvPr>
          <p:cNvPicPr>
            <a:picLocks noChangeAspect="1"/>
          </p:cNvPicPr>
          <p:nvPr/>
        </p:nvPicPr>
        <p:blipFill>
          <a:blip r:embed="rId8"/>
          <a:stretch>
            <a:fillRect/>
          </a:stretch>
        </p:blipFill>
        <p:spPr>
          <a:xfrm>
            <a:off x="6949440" y="4709160"/>
            <a:ext cx="310896" cy="310896"/>
          </a:xfrm>
          <a:prstGeom prst="rect">
            <a:avLst/>
          </a:prstGeom>
        </p:spPr>
      </p:pic>
      <p:sp>
        <p:nvSpPr>
          <p:cNvPr id="32" name="text_55"/>
          <p:cNvSpPr txBox="1"/>
          <p:nvPr/>
        </p:nvSpPr>
        <p:spPr>
          <a:xfrm>
            <a:off x="7406640" y="4672584"/>
            <a:ext cx="4206240" cy="384048"/>
          </a:xfrm>
          <a:prstGeom prst="rect">
            <a:avLst/>
          </a:prstGeom>
          <a:noFill/>
          <a:ln/>
        </p:spPr>
        <p:txBody>
          <a:bodyPr wrap="square" lIns="0" tIns="0" rIns="0" bIns="0" rtlCol="0" anchor="ctr"/>
          <a:lstStyle/>
          <a:p>
            <a:pPr indent="0" marL="0">
              <a:buNone/>
            </a:pPr>
            <a:r>
              <a:rPr lang="en-US" sz="1600" dirty="0">
                <a:solidFill>
                  <a:schemeClr val="bg2"/>
                </a:solidFill>
              </a:rPr>
              <a:t>Symptom logs only look backward</a:t>
            </a:r>
            <a:endParaRPr lang="en-US" sz="1600" dirty="0"/>
          </a:p>
        </p:txBody>
      </p:sp>
      <p:sp>
        <p:nvSpPr>
          <p:cNvPr id="33" name="text_56"/>
          <p:cNvSpPr txBox="1"/>
          <p:nvPr/>
        </p:nvSpPr>
        <p:spPr>
          <a:xfrm>
            <a:off x="6949440" y="5349240"/>
            <a:ext cx="4663440" cy="457200"/>
          </a:xfrm>
          <a:prstGeom prst="rect">
            <a:avLst/>
          </a:prstGeom>
          <a:noFill/>
          <a:ln/>
        </p:spPr>
        <p:txBody>
          <a:bodyPr wrap="square" lIns="0" tIns="0" rIns="0" bIns="0" rtlCol="0" anchor="ctr"/>
          <a:lstStyle/>
          <a:p>
            <a:pPr indent="0" marL="0">
              <a:buNone/>
            </a:pPr>
            <a:r>
              <a:rPr lang="en-US" sz="1800" b="1" dirty="0">
                <a:solidFill>
                  <a:schemeClr val="accent3"/>
                </a:solidFill>
              </a:rPr>
              <a:t>FluxGuard looks at all four — together.</a:t>
            </a:r>
            <a:endParaRPr lang="en-US" sz="18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50" fill="hold" decel="100000"/>
                                        <p:tgtEl>
                                          <p:spTgt spid="10"/>
                                        </p:tgtEl>
                                        <p:attrNameLst>
                                          <p:attrName>ppt_w</p:attrName>
                                        </p:attrNameLst>
                                      </p:cBhvr>
                                      <p:tavLst>
                                        <p:tav tm="0">
                                          <p:val>
                                            <p:strVal val="0"/>
                                          </p:val>
                                        </p:tav>
                                        <p:tav tm="100000">
                                          <p:val>
                                            <p:strVal val="#ppt_w"/>
                                          </p:val>
                                        </p:tav>
                                      </p:tavLst>
                                    </p:anim>
                                    <p:anim calcmode="lin" valueType="num">
                                      <p:cBhvr additive="base">
                                        <p:cTn id="8" dur="550" fill="hold" decel="100000"/>
                                        <p:tgtEl>
                                          <p:spTgt spid="10"/>
                                        </p:tgtEl>
                                        <p:attrNameLst>
                                          <p:attrName>ppt_h</p:attrName>
                                        </p:attrNameLst>
                                      </p:cBhvr>
                                      <p:tavLst>
                                        <p:tav tm="0">
                                          <p:val>
                                            <p:strVal val="0"/>
                                          </p:val>
                                        </p:tav>
                                        <p:tav tm="100000">
                                          <p:val>
                                            <p:strVal val="#ppt_h"/>
                                          </p:val>
                                        </p:tav>
                                      </p:tavLst>
                                    </p:anim>
                                    <p:animEffect transition="in" filter="fade">
                                      <p:cBhvr>
                                        <p:cTn id="9" dur="550"/>
                                        <p:tgtEl>
                                          <p:spTgt spid="10"/>
                                        </p:tgtEl>
                                      </p:cBhvr>
                                    </p:animEffect>
                                  </p:childTnLst>
                                </p:cTn>
                              </p:par>
                              <p:par>
                                <p:cTn id="10" presetID="53" presetClass="entr" presetSubtype="16" fill="hold" grpId="0" nodeType="withEffect">
                                  <p:stCondLst>
                                    <p:cond delay="10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decel="100000"/>
                                        <p:tgtEl>
                                          <p:spTgt spid="11"/>
                                        </p:tgtEl>
                                        <p:attrNameLst>
                                          <p:attrName>ppt_w</p:attrName>
                                        </p:attrNameLst>
                                      </p:cBhvr>
                                      <p:tavLst>
                                        <p:tav tm="0">
                                          <p:val>
                                            <p:strVal val="0"/>
                                          </p:val>
                                        </p:tav>
                                        <p:tav tm="100000">
                                          <p:val>
                                            <p:strVal val="#ppt_w"/>
                                          </p:val>
                                        </p:tav>
                                      </p:tavLst>
                                    </p:anim>
                                    <p:anim calcmode="lin" valueType="num">
                                      <p:cBhvr additive="base">
                                        <p:cTn id="13" dur="500" fill="hold" decel="100000"/>
                                        <p:tgtEl>
                                          <p:spTgt spid="11"/>
                                        </p:tgtEl>
                                        <p:attrNameLst>
                                          <p:attrName>ppt_h</p:attrName>
                                        </p:attrNameLst>
                                      </p:cBhvr>
                                      <p:tavLst>
                                        <p:tav tm="0">
                                          <p:val>
                                            <p:strVal val="0"/>
                                          </p:val>
                                        </p:tav>
                                        <p:tav tm="100000">
                                          <p:val>
                                            <p:strVal val="#ppt_h"/>
                                          </p:val>
                                        </p:tav>
                                      </p:tavLst>
                                    </p:anim>
                                    <p:animEffect transition="in" filter="fade">
                                      <p:cBhvr>
                                        <p:cTn id="14" dur="500"/>
                                        <p:tgtEl>
                                          <p:spTgt spid="11"/>
                                        </p:tgtEl>
                                      </p:cBhvr>
                                    </p:animEffect>
                                  </p:childTnLst>
                                </p:cTn>
                              </p:par>
                              <p:par>
                                <p:cTn id="15" presetID="10" presetClass="entr" presetSubtype="0" fill="hold" grpId="0" nodeType="withEffect">
                                  <p:stCondLst>
                                    <p:cond delay="2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45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45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par>
                                <p:cTn id="24" presetID="10" presetClass="entr" presetSubtype="0" fill="hold" grpId="0" nodeType="withEffect">
                                  <p:stCondLst>
                                    <p:cond delay="4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grpId="0" nodeType="withEffect">
                                  <p:stCondLst>
                                    <p:cond delay="45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par>
                                <p:cTn id="30" presetID="53" presetClass="entr" presetSubtype="16" fill="hold" grpId="0" nodeType="withEffect">
                                  <p:stCondLst>
                                    <p:cond delay="65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450" fill="hold" decel="100000"/>
                                        <p:tgtEl>
                                          <p:spTgt spid="13"/>
                                        </p:tgtEl>
                                        <p:attrNameLst>
                                          <p:attrName>ppt_w</p:attrName>
                                        </p:attrNameLst>
                                      </p:cBhvr>
                                      <p:tavLst>
                                        <p:tav tm="0">
                                          <p:val>
                                            <p:strVal val="0"/>
                                          </p:val>
                                        </p:tav>
                                        <p:tav tm="100000">
                                          <p:val>
                                            <p:strVal val="#ppt_w"/>
                                          </p:val>
                                        </p:tav>
                                      </p:tavLst>
                                    </p:anim>
                                    <p:anim calcmode="lin" valueType="num">
                                      <p:cBhvr additive="base">
                                        <p:cTn id="33" dur="450" fill="hold" decel="100000"/>
                                        <p:tgtEl>
                                          <p:spTgt spid="13"/>
                                        </p:tgtEl>
                                        <p:attrNameLst>
                                          <p:attrName>ppt_h</p:attrName>
                                        </p:attrNameLst>
                                      </p:cBhvr>
                                      <p:tavLst>
                                        <p:tav tm="0">
                                          <p:val>
                                            <p:strVal val="0"/>
                                          </p:val>
                                        </p:tav>
                                        <p:tav tm="100000">
                                          <p:val>
                                            <p:strVal val="#ppt_h"/>
                                          </p:val>
                                        </p:tav>
                                      </p:tavLst>
                                    </p:anim>
                                    <p:animEffect transition="in" filter="fade">
                                      <p:cBhvr>
                                        <p:cTn id="34" dur="450"/>
                                        <p:tgtEl>
                                          <p:spTgt spid="13"/>
                                        </p:tgtEl>
                                      </p:cBhvr>
                                    </p:animEffect>
                                  </p:childTnLst>
                                </p:cTn>
                              </p:par>
                              <p:par>
                                <p:cTn id="35" presetID="53" presetClass="entr" presetSubtype="16" fill="hold" grpId="0" nodeType="withEffect">
                                  <p:stCondLst>
                                    <p:cond delay="65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450" fill="hold" decel="100000"/>
                                        <p:tgtEl>
                                          <p:spTgt spid="14"/>
                                        </p:tgtEl>
                                        <p:attrNameLst>
                                          <p:attrName>ppt_w</p:attrName>
                                        </p:attrNameLst>
                                      </p:cBhvr>
                                      <p:tavLst>
                                        <p:tav tm="0">
                                          <p:val>
                                            <p:strVal val="0"/>
                                          </p:val>
                                        </p:tav>
                                        <p:tav tm="100000">
                                          <p:val>
                                            <p:strVal val="#ppt_w"/>
                                          </p:val>
                                        </p:tav>
                                      </p:tavLst>
                                    </p:anim>
                                    <p:anim calcmode="lin" valueType="num">
                                      <p:cBhvr additive="base">
                                        <p:cTn id="38" dur="450" fill="hold" decel="100000"/>
                                        <p:tgtEl>
                                          <p:spTgt spid="14"/>
                                        </p:tgtEl>
                                        <p:attrNameLst>
                                          <p:attrName>ppt_h</p:attrName>
                                        </p:attrNameLst>
                                      </p:cBhvr>
                                      <p:tavLst>
                                        <p:tav tm="0">
                                          <p:val>
                                            <p:strVal val="0"/>
                                          </p:val>
                                        </p:tav>
                                        <p:tav tm="100000">
                                          <p:val>
                                            <p:strVal val="#ppt_h"/>
                                          </p:val>
                                        </p:tav>
                                      </p:tavLst>
                                    </p:anim>
                                    <p:animEffect transition="in" filter="fade">
                                      <p:cBhvr>
                                        <p:cTn id="39" dur="450"/>
                                        <p:tgtEl>
                                          <p:spTgt spid="14"/>
                                        </p:tgtEl>
                                      </p:cBhvr>
                                    </p:animEffect>
                                  </p:childTnLst>
                                </p:cTn>
                              </p:par>
                              <p:par>
                                <p:cTn id="40" presetID="53" presetClass="entr" presetSubtype="16" fill="hold" grpId="0" nodeType="withEffect">
                                  <p:stCondLst>
                                    <p:cond delay="65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450" fill="hold" decel="100000"/>
                                        <p:tgtEl>
                                          <p:spTgt spid="15"/>
                                        </p:tgtEl>
                                        <p:attrNameLst>
                                          <p:attrName>ppt_w</p:attrName>
                                        </p:attrNameLst>
                                      </p:cBhvr>
                                      <p:tavLst>
                                        <p:tav tm="0">
                                          <p:val>
                                            <p:strVal val="0"/>
                                          </p:val>
                                        </p:tav>
                                        <p:tav tm="100000">
                                          <p:val>
                                            <p:strVal val="#ppt_w"/>
                                          </p:val>
                                        </p:tav>
                                      </p:tavLst>
                                    </p:anim>
                                    <p:anim calcmode="lin" valueType="num">
                                      <p:cBhvr additive="base">
                                        <p:cTn id="43" dur="450" fill="hold" decel="100000"/>
                                        <p:tgtEl>
                                          <p:spTgt spid="15"/>
                                        </p:tgtEl>
                                        <p:attrNameLst>
                                          <p:attrName>ppt_h</p:attrName>
                                        </p:attrNameLst>
                                      </p:cBhvr>
                                      <p:tavLst>
                                        <p:tav tm="0">
                                          <p:val>
                                            <p:strVal val="0"/>
                                          </p:val>
                                        </p:tav>
                                        <p:tav tm="100000">
                                          <p:val>
                                            <p:strVal val="#ppt_h"/>
                                          </p:val>
                                        </p:tav>
                                      </p:tavLst>
                                    </p:anim>
                                    <p:animEffect transition="in" filter="fade">
                                      <p:cBhvr>
                                        <p:cTn id="44" dur="450"/>
                                        <p:tgtEl>
                                          <p:spTgt spid="15"/>
                                        </p:tgtEl>
                                      </p:cBhvr>
                                    </p:animEffect>
                                  </p:childTnLst>
                                </p:cTn>
                              </p:par>
                              <p:par>
                                <p:cTn id="45" presetID="53" presetClass="entr" presetSubtype="16" fill="hold" grpId="0" nodeType="withEffect">
                                  <p:stCondLst>
                                    <p:cond delay="81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450" fill="hold" decel="100000"/>
                                        <p:tgtEl>
                                          <p:spTgt spid="16"/>
                                        </p:tgtEl>
                                        <p:attrNameLst>
                                          <p:attrName>ppt_w</p:attrName>
                                        </p:attrNameLst>
                                      </p:cBhvr>
                                      <p:tavLst>
                                        <p:tav tm="0">
                                          <p:val>
                                            <p:strVal val="0"/>
                                          </p:val>
                                        </p:tav>
                                        <p:tav tm="100000">
                                          <p:val>
                                            <p:strVal val="#ppt_w"/>
                                          </p:val>
                                        </p:tav>
                                      </p:tavLst>
                                    </p:anim>
                                    <p:anim calcmode="lin" valueType="num">
                                      <p:cBhvr additive="base">
                                        <p:cTn id="48" dur="450" fill="hold" decel="100000"/>
                                        <p:tgtEl>
                                          <p:spTgt spid="16"/>
                                        </p:tgtEl>
                                        <p:attrNameLst>
                                          <p:attrName>ppt_h</p:attrName>
                                        </p:attrNameLst>
                                      </p:cBhvr>
                                      <p:tavLst>
                                        <p:tav tm="0">
                                          <p:val>
                                            <p:strVal val="0"/>
                                          </p:val>
                                        </p:tav>
                                        <p:tav tm="100000">
                                          <p:val>
                                            <p:strVal val="#ppt_h"/>
                                          </p:val>
                                        </p:tav>
                                      </p:tavLst>
                                    </p:anim>
                                    <p:animEffect transition="in" filter="fade">
                                      <p:cBhvr>
                                        <p:cTn id="49" dur="450"/>
                                        <p:tgtEl>
                                          <p:spTgt spid="16"/>
                                        </p:tgtEl>
                                      </p:cBhvr>
                                    </p:animEffect>
                                  </p:childTnLst>
                                </p:cTn>
                              </p:par>
                              <p:par>
                                <p:cTn id="50" presetID="53" presetClass="entr" presetSubtype="16" fill="hold" grpId="0" nodeType="withEffect">
                                  <p:stCondLst>
                                    <p:cond delay="81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450" fill="hold" decel="100000"/>
                                        <p:tgtEl>
                                          <p:spTgt spid="17"/>
                                        </p:tgtEl>
                                        <p:attrNameLst>
                                          <p:attrName>ppt_w</p:attrName>
                                        </p:attrNameLst>
                                      </p:cBhvr>
                                      <p:tavLst>
                                        <p:tav tm="0">
                                          <p:val>
                                            <p:strVal val="0"/>
                                          </p:val>
                                        </p:tav>
                                        <p:tav tm="100000">
                                          <p:val>
                                            <p:strVal val="#ppt_w"/>
                                          </p:val>
                                        </p:tav>
                                      </p:tavLst>
                                    </p:anim>
                                    <p:anim calcmode="lin" valueType="num">
                                      <p:cBhvr additive="base">
                                        <p:cTn id="53" dur="450" fill="hold" decel="100000"/>
                                        <p:tgtEl>
                                          <p:spTgt spid="17"/>
                                        </p:tgtEl>
                                        <p:attrNameLst>
                                          <p:attrName>ppt_h</p:attrName>
                                        </p:attrNameLst>
                                      </p:cBhvr>
                                      <p:tavLst>
                                        <p:tav tm="0">
                                          <p:val>
                                            <p:strVal val="0"/>
                                          </p:val>
                                        </p:tav>
                                        <p:tav tm="100000">
                                          <p:val>
                                            <p:strVal val="#ppt_h"/>
                                          </p:val>
                                        </p:tav>
                                      </p:tavLst>
                                    </p:anim>
                                    <p:animEffect transition="in" filter="fade">
                                      <p:cBhvr>
                                        <p:cTn id="54" dur="450"/>
                                        <p:tgtEl>
                                          <p:spTgt spid="17"/>
                                        </p:tgtEl>
                                      </p:cBhvr>
                                    </p:animEffect>
                                  </p:childTnLst>
                                </p:cTn>
                              </p:par>
                              <p:par>
                                <p:cTn id="55" presetID="53" presetClass="entr" presetSubtype="16" fill="hold" grpId="0" nodeType="withEffect">
                                  <p:stCondLst>
                                    <p:cond delay="81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450" fill="hold" decel="100000"/>
                                        <p:tgtEl>
                                          <p:spTgt spid="18"/>
                                        </p:tgtEl>
                                        <p:attrNameLst>
                                          <p:attrName>ppt_w</p:attrName>
                                        </p:attrNameLst>
                                      </p:cBhvr>
                                      <p:tavLst>
                                        <p:tav tm="0">
                                          <p:val>
                                            <p:strVal val="0"/>
                                          </p:val>
                                        </p:tav>
                                        <p:tav tm="100000">
                                          <p:val>
                                            <p:strVal val="#ppt_w"/>
                                          </p:val>
                                        </p:tav>
                                      </p:tavLst>
                                    </p:anim>
                                    <p:anim calcmode="lin" valueType="num">
                                      <p:cBhvr additive="base">
                                        <p:cTn id="58" dur="450" fill="hold" decel="100000"/>
                                        <p:tgtEl>
                                          <p:spTgt spid="18"/>
                                        </p:tgtEl>
                                        <p:attrNameLst>
                                          <p:attrName>ppt_h</p:attrName>
                                        </p:attrNameLst>
                                      </p:cBhvr>
                                      <p:tavLst>
                                        <p:tav tm="0">
                                          <p:val>
                                            <p:strVal val="0"/>
                                          </p:val>
                                        </p:tav>
                                        <p:tav tm="100000">
                                          <p:val>
                                            <p:strVal val="#ppt_h"/>
                                          </p:val>
                                        </p:tav>
                                      </p:tavLst>
                                    </p:anim>
                                    <p:animEffect transition="in" filter="fade">
                                      <p:cBhvr>
                                        <p:cTn id="59" dur="450"/>
                                        <p:tgtEl>
                                          <p:spTgt spid="18"/>
                                        </p:tgtEl>
                                      </p:cBhvr>
                                    </p:animEffect>
                                  </p:childTnLst>
                                </p:cTn>
                              </p:par>
                              <p:par>
                                <p:cTn id="60" presetID="53" presetClass="entr" presetSubtype="16" fill="hold" grpId="0" nodeType="withEffect">
                                  <p:stCondLst>
                                    <p:cond delay="97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450" fill="hold" decel="100000"/>
                                        <p:tgtEl>
                                          <p:spTgt spid="19"/>
                                        </p:tgtEl>
                                        <p:attrNameLst>
                                          <p:attrName>ppt_w</p:attrName>
                                        </p:attrNameLst>
                                      </p:cBhvr>
                                      <p:tavLst>
                                        <p:tav tm="0">
                                          <p:val>
                                            <p:strVal val="0"/>
                                          </p:val>
                                        </p:tav>
                                        <p:tav tm="100000">
                                          <p:val>
                                            <p:strVal val="#ppt_w"/>
                                          </p:val>
                                        </p:tav>
                                      </p:tavLst>
                                    </p:anim>
                                    <p:anim calcmode="lin" valueType="num">
                                      <p:cBhvr additive="base">
                                        <p:cTn id="63" dur="450" fill="hold" decel="100000"/>
                                        <p:tgtEl>
                                          <p:spTgt spid="19"/>
                                        </p:tgtEl>
                                        <p:attrNameLst>
                                          <p:attrName>ppt_h</p:attrName>
                                        </p:attrNameLst>
                                      </p:cBhvr>
                                      <p:tavLst>
                                        <p:tav tm="0">
                                          <p:val>
                                            <p:strVal val="0"/>
                                          </p:val>
                                        </p:tav>
                                        <p:tav tm="100000">
                                          <p:val>
                                            <p:strVal val="#ppt_h"/>
                                          </p:val>
                                        </p:tav>
                                      </p:tavLst>
                                    </p:anim>
                                    <p:animEffect transition="in" filter="fade">
                                      <p:cBhvr>
                                        <p:cTn id="64" dur="450"/>
                                        <p:tgtEl>
                                          <p:spTgt spid="19"/>
                                        </p:tgtEl>
                                      </p:cBhvr>
                                    </p:animEffect>
                                  </p:childTnLst>
                                </p:cTn>
                              </p:par>
                              <p:par>
                                <p:cTn id="65" presetID="53" presetClass="entr" presetSubtype="16" fill="hold" grpId="0" nodeType="withEffect">
                                  <p:stCondLst>
                                    <p:cond delay="97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450" fill="hold" decel="100000"/>
                                        <p:tgtEl>
                                          <p:spTgt spid="20"/>
                                        </p:tgtEl>
                                        <p:attrNameLst>
                                          <p:attrName>ppt_w</p:attrName>
                                        </p:attrNameLst>
                                      </p:cBhvr>
                                      <p:tavLst>
                                        <p:tav tm="0">
                                          <p:val>
                                            <p:strVal val="0"/>
                                          </p:val>
                                        </p:tav>
                                        <p:tav tm="100000">
                                          <p:val>
                                            <p:strVal val="#ppt_w"/>
                                          </p:val>
                                        </p:tav>
                                      </p:tavLst>
                                    </p:anim>
                                    <p:anim calcmode="lin" valueType="num">
                                      <p:cBhvr additive="base">
                                        <p:cTn id="68" dur="450" fill="hold" decel="100000"/>
                                        <p:tgtEl>
                                          <p:spTgt spid="20"/>
                                        </p:tgtEl>
                                        <p:attrNameLst>
                                          <p:attrName>ppt_h</p:attrName>
                                        </p:attrNameLst>
                                      </p:cBhvr>
                                      <p:tavLst>
                                        <p:tav tm="0">
                                          <p:val>
                                            <p:strVal val="0"/>
                                          </p:val>
                                        </p:tav>
                                        <p:tav tm="100000">
                                          <p:val>
                                            <p:strVal val="#ppt_h"/>
                                          </p:val>
                                        </p:tav>
                                      </p:tavLst>
                                    </p:anim>
                                    <p:animEffect transition="in" filter="fade">
                                      <p:cBhvr>
                                        <p:cTn id="69" dur="450"/>
                                        <p:tgtEl>
                                          <p:spTgt spid="20"/>
                                        </p:tgtEl>
                                      </p:cBhvr>
                                    </p:animEffect>
                                  </p:childTnLst>
                                </p:cTn>
                              </p:par>
                              <p:par>
                                <p:cTn id="70" presetID="53" presetClass="entr" presetSubtype="16" fill="hold" grpId="0" nodeType="withEffect">
                                  <p:stCondLst>
                                    <p:cond delay="97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450" fill="hold" decel="100000"/>
                                        <p:tgtEl>
                                          <p:spTgt spid="21"/>
                                        </p:tgtEl>
                                        <p:attrNameLst>
                                          <p:attrName>ppt_w</p:attrName>
                                        </p:attrNameLst>
                                      </p:cBhvr>
                                      <p:tavLst>
                                        <p:tav tm="0">
                                          <p:val>
                                            <p:strVal val="0"/>
                                          </p:val>
                                        </p:tav>
                                        <p:tav tm="100000">
                                          <p:val>
                                            <p:strVal val="#ppt_w"/>
                                          </p:val>
                                        </p:tav>
                                      </p:tavLst>
                                    </p:anim>
                                    <p:anim calcmode="lin" valueType="num">
                                      <p:cBhvr additive="base">
                                        <p:cTn id="73" dur="450" fill="hold" decel="100000"/>
                                        <p:tgtEl>
                                          <p:spTgt spid="21"/>
                                        </p:tgtEl>
                                        <p:attrNameLst>
                                          <p:attrName>ppt_h</p:attrName>
                                        </p:attrNameLst>
                                      </p:cBhvr>
                                      <p:tavLst>
                                        <p:tav tm="0">
                                          <p:val>
                                            <p:strVal val="0"/>
                                          </p:val>
                                        </p:tav>
                                        <p:tav tm="100000">
                                          <p:val>
                                            <p:strVal val="#ppt_h"/>
                                          </p:val>
                                        </p:tav>
                                      </p:tavLst>
                                    </p:anim>
                                    <p:animEffect transition="in" filter="fade">
                                      <p:cBhvr>
                                        <p:cTn id="74" dur="450"/>
                                        <p:tgtEl>
                                          <p:spTgt spid="21"/>
                                        </p:tgtEl>
                                      </p:cBhvr>
                                    </p:animEffect>
                                  </p:childTnLst>
                                </p:cTn>
                              </p:par>
                              <p:par>
                                <p:cTn id="75" presetID="53" presetClass="entr" presetSubtype="16" fill="hold" grpId="0" nodeType="withEffect">
                                  <p:stCondLst>
                                    <p:cond delay="113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450" fill="hold" decel="100000"/>
                                        <p:tgtEl>
                                          <p:spTgt spid="22"/>
                                        </p:tgtEl>
                                        <p:attrNameLst>
                                          <p:attrName>ppt_w</p:attrName>
                                        </p:attrNameLst>
                                      </p:cBhvr>
                                      <p:tavLst>
                                        <p:tav tm="0">
                                          <p:val>
                                            <p:strVal val="0"/>
                                          </p:val>
                                        </p:tav>
                                        <p:tav tm="100000">
                                          <p:val>
                                            <p:strVal val="#ppt_w"/>
                                          </p:val>
                                        </p:tav>
                                      </p:tavLst>
                                    </p:anim>
                                    <p:anim calcmode="lin" valueType="num">
                                      <p:cBhvr additive="base">
                                        <p:cTn id="78" dur="450" fill="hold" decel="100000"/>
                                        <p:tgtEl>
                                          <p:spTgt spid="22"/>
                                        </p:tgtEl>
                                        <p:attrNameLst>
                                          <p:attrName>ppt_h</p:attrName>
                                        </p:attrNameLst>
                                      </p:cBhvr>
                                      <p:tavLst>
                                        <p:tav tm="0">
                                          <p:val>
                                            <p:strVal val="0"/>
                                          </p:val>
                                        </p:tav>
                                        <p:tav tm="100000">
                                          <p:val>
                                            <p:strVal val="#ppt_h"/>
                                          </p:val>
                                        </p:tav>
                                      </p:tavLst>
                                    </p:anim>
                                    <p:animEffect transition="in" filter="fade">
                                      <p:cBhvr>
                                        <p:cTn id="79" dur="450"/>
                                        <p:tgtEl>
                                          <p:spTgt spid="22"/>
                                        </p:tgtEl>
                                      </p:cBhvr>
                                    </p:animEffect>
                                  </p:childTnLst>
                                </p:cTn>
                              </p:par>
                              <p:par>
                                <p:cTn id="80" presetID="53" presetClass="entr" presetSubtype="16" fill="hold" grpId="0" nodeType="withEffect">
                                  <p:stCondLst>
                                    <p:cond delay="113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450" fill="hold" decel="100000"/>
                                        <p:tgtEl>
                                          <p:spTgt spid="23"/>
                                        </p:tgtEl>
                                        <p:attrNameLst>
                                          <p:attrName>ppt_w</p:attrName>
                                        </p:attrNameLst>
                                      </p:cBhvr>
                                      <p:tavLst>
                                        <p:tav tm="0">
                                          <p:val>
                                            <p:strVal val="0"/>
                                          </p:val>
                                        </p:tav>
                                        <p:tav tm="100000">
                                          <p:val>
                                            <p:strVal val="#ppt_w"/>
                                          </p:val>
                                        </p:tav>
                                      </p:tavLst>
                                    </p:anim>
                                    <p:anim calcmode="lin" valueType="num">
                                      <p:cBhvr additive="base">
                                        <p:cTn id="83" dur="450" fill="hold" decel="100000"/>
                                        <p:tgtEl>
                                          <p:spTgt spid="23"/>
                                        </p:tgtEl>
                                        <p:attrNameLst>
                                          <p:attrName>ppt_h</p:attrName>
                                        </p:attrNameLst>
                                      </p:cBhvr>
                                      <p:tavLst>
                                        <p:tav tm="0">
                                          <p:val>
                                            <p:strVal val="0"/>
                                          </p:val>
                                        </p:tav>
                                        <p:tav tm="100000">
                                          <p:val>
                                            <p:strVal val="#ppt_h"/>
                                          </p:val>
                                        </p:tav>
                                      </p:tavLst>
                                    </p:anim>
                                    <p:animEffect transition="in" filter="fade">
                                      <p:cBhvr>
                                        <p:cTn id="84" dur="450"/>
                                        <p:tgtEl>
                                          <p:spTgt spid="23"/>
                                        </p:tgtEl>
                                      </p:cBhvr>
                                    </p:animEffect>
                                  </p:childTnLst>
                                </p:cTn>
                              </p:par>
                              <p:par>
                                <p:cTn id="85" presetID="53" presetClass="entr" presetSubtype="16" fill="hold" grpId="0" nodeType="withEffect">
                                  <p:stCondLst>
                                    <p:cond delay="113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450" fill="hold" decel="100000"/>
                                        <p:tgtEl>
                                          <p:spTgt spid="24"/>
                                        </p:tgtEl>
                                        <p:attrNameLst>
                                          <p:attrName>ppt_w</p:attrName>
                                        </p:attrNameLst>
                                      </p:cBhvr>
                                      <p:tavLst>
                                        <p:tav tm="0">
                                          <p:val>
                                            <p:strVal val="0"/>
                                          </p:val>
                                        </p:tav>
                                        <p:tav tm="100000">
                                          <p:val>
                                            <p:strVal val="#ppt_w"/>
                                          </p:val>
                                        </p:tav>
                                      </p:tavLst>
                                    </p:anim>
                                    <p:anim calcmode="lin" valueType="num">
                                      <p:cBhvr additive="base">
                                        <p:cTn id="88" dur="450" fill="hold" decel="100000"/>
                                        <p:tgtEl>
                                          <p:spTgt spid="24"/>
                                        </p:tgtEl>
                                        <p:attrNameLst>
                                          <p:attrName>ppt_h</p:attrName>
                                        </p:attrNameLst>
                                      </p:cBhvr>
                                      <p:tavLst>
                                        <p:tav tm="0">
                                          <p:val>
                                            <p:strVal val="0"/>
                                          </p:val>
                                        </p:tav>
                                        <p:tav tm="100000">
                                          <p:val>
                                            <p:strVal val="#ppt_h"/>
                                          </p:val>
                                        </p:tav>
                                      </p:tavLst>
                                    </p:anim>
                                    <p:animEffect transition="in" filter="fade">
                                      <p:cBhvr>
                                        <p:cTn id="89" dur="450"/>
                                        <p:tgtEl>
                                          <p:spTgt spid="24"/>
                                        </p:tgtEl>
                                      </p:cBhvr>
                                    </p:animEffect>
                                  </p:childTnLst>
                                </p:cTn>
                              </p:par>
                              <p:par>
                                <p:cTn id="90" presetID="42" presetClass="entr" presetSubtype="0" fill="hold" grpId="0" nodeType="withEffect">
                                  <p:stCondLst>
                                    <p:cond delay="1350"/>
                                  </p:stCondLst>
                                  <p:childTnLst>
                                    <p:set>
                                      <p:cBhvr>
                                        <p:cTn id="91" dur="1" fill="hold">
                                          <p:stCondLst>
                                            <p:cond delay="0"/>
                                          </p:stCondLst>
                                        </p:cTn>
                                        <p:tgtEl>
                                          <p:spTgt spid="25"/>
                                        </p:tgtEl>
                                        <p:attrNameLst>
                                          <p:attrName>style.visibility</p:attrName>
                                        </p:attrNameLst>
                                      </p:cBhvr>
                                      <p:to>
                                        <p:strVal val="visible"/>
                                      </p:to>
                                    </p:set>
                                    <p:animEffect transition="in" filter="fade">
                                      <p:cBhvr>
                                        <p:cTn id="92" dur="500"/>
                                        <p:tgtEl>
                                          <p:spTgt spid="25"/>
                                        </p:tgtEl>
                                      </p:cBhvr>
                                    </p:animEffect>
                                    <p:anim calcmode="lin" valueType="num">
                                      <p:cBhvr additive="base">
                                        <p:cTn id="93" dur="500" fill="hold" decel="100000"/>
                                        <p:tgtEl>
                                          <p:spTgt spid="25"/>
                                        </p:tgtEl>
                                        <p:attrNameLst>
                                          <p:attrName>ppt_x</p:attrName>
                                        </p:attrNameLst>
                                      </p:cBhvr>
                                      <p:tavLst>
                                        <p:tav tm="0">
                                          <p:val>
                                            <p:strVal val="#ppt_x"/>
                                          </p:val>
                                        </p:tav>
                                        <p:tav tm="100000">
                                          <p:val>
                                            <p:strVal val="#ppt_x"/>
                                          </p:val>
                                        </p:tav>
                                      </p:tavLst>
                                    </p:anim>
                                    <p:anim calcmode="lin" valueType="num">
                                      <p:cBhvr additive="base">
                                        <p:cTn id="94" dur="500" fill="hold" decel="100000"/>
                                        <p:tgtEl>
                                          <p:spTgt spid="25"/>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p:stCondLst>
                                    <p:cond delay="1450"/>
                                  </p:stCondLst>
                                  <p:childTnLst>
                                    <p:set>
                                      <p:cBhvr>
                                        <p:cTn id="96" dur="1" fill="hold">
                                          <p:stCondLst>
                                            <p:cond delay="0"/>
                                          </p:stCondLst>
                                        </p:cTn>
                                        <p:tgtEl>
                                          <p:spTgt spid="26"/>
                                        </p:tgtEl>
                                        <p:attrNameLst>
                                          <p:attrName>style.visibility</p:attrName>
                                        </p:attrNameLst>
                                      </p:cBhvr>
                                      <p:to>
                                        <p:strVal val="visible"/>
                                      </p:to>
                                    </p:set>
                                    <p:animEffect transition="in" filter="fade">
                                      <p:cBhvr>
                                        <p:cTn id="97" dur="500"/>
                                        <p:tgtEl>
                                          <p:spTgt spid="26"/>
                                        </p:tgtEl>
                                      </p:cBhvr>
                                    </p:animEffect>
                                    <p:anim calcmode="lin" valueType="num">
                                      <p:cBhvr additive="base">
                                        <p:cTn id="98" dur="500" fill="hold" decel="100000"/>
                                        <p:tgtEl>
                                          <p:spTgt spid="26"/>
                                        </p:tgtEl>
                                        <p:attrNameLst>
                                          <p:attrName>ppt_x</p:attrName>
                                        </p:attrNameLst>
                                      </p:cBhvr>
                                      <p:tavLst>
                                        <p:tav tm="0">
                                          <p:val>
                                            <p:strVal val="#ppt_x"/>
                                          </p:val>
                                        </p:tav>
                                        <p:tav tm="100000">
                                          <p:val>
                                            <p:strVal val="#ppt_x"/>
                                          </p:val>
                                        </p:tav>
                                      </p:tavLst>
                                    </p:anim>
                                    <p:anim calcmode="lin" valueType="num">
                                      <p:cBhvr additive="base">
                                        <p:cTn id="99" dur="500" fill="hold" decel="100000"/>
                                        <p:tgtEl>
                                          <p:spTgt spid="26"/>
                                        </p:tgtEl>
                                        <p:attrNameLst>
                                          <p:attrName>ppt_y</p:attrName>
                                        </p:attrNameLst>
                                      </p:cBhvr>
                                      <p:tavLst>
                                        <p:tav tm="0">
                                          <p:val>
                                            <p:strVal val="#ppt_y+0.05"/>
                                          </p:val>
                                        </p:tav>
                                        <p:tav tm="100000">
                                          <p:val>
                                            <p:strVal val="#ppt_y"/>
                                          </p:val>
                                        </p:tav>
                                      </p:tavLst>
                                    </p:anim>
                                  </p:childTnLst>
                                </p:cTn>
                              </p:par>
                              <p:par>
                                <p:cTn id="100" presetID="42" presetClass="entr" presetSubtype="0" fill="hold" grpId="0" nodeType="withEffect">
                                  <p:stCondLst>
                                    <p:cond delay="170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450"/>
                                        <p:tgtEl>
                                          <p:spTgt spid="27"/>
                                        </p:tgtEl>
                                      </p:cBhvr>
                                    </p:animEffect>
                                    <p:anim calcmode="lin" valueType="num">
                                      <p:cBhvr additive="base">
                                        <p:cTn id="103" dur="450" fill="hold" decel="100000"/>
                                        <p:tgtEl>
                                          <p:spTgt spid="27"/>
                                        </p:tgtEl>
                                        <p:attrNameLst>
                                          <p:attrName>ppt_x</p:attrName>
                                        </p:attrNameLst>
                                      </p:cBhvr>
                                      <p:tavLst>
                                        <p:tav tm="0">
                                          <p:val>
                                            <p:strVal val="#ppt_x"/>
                                          </p:val>
                                        </p:tav>
                                        <p:tav tm="100000">
                                          <p:val>
                                            <p:strVal val="#ppt_x"/>
                                          </p:val>
                                        </p:tav>
                                      </p:tavLst>
                                    </p:anim>
                                    <p:anim calcmode="lin" valueType="num">
                                      <p:cBhvr additive="base">
                                        <p:cTn id="104" dur="450" fill="hold" decel="100000"/>
                                        <p:tgtEl>
                                          <p:spTgt spid="27"/>
                                        </p:tgtEl>
                                        <p:attrNameLst>
                                          <p:attrName>ppt_y</p:attrName>
                                        </p:attrNameLst>
                                      </p:cBhvr>
                                      <p:tavLst>
                                        <p:tav tm="0">
                                          <p:val>
                                            <p:strVal val="#ppt_y+0.05"/>
                                          </p:val>
                                        </p:tav>
                                        <p:tav tm="100000">
                                          <p:val>
                                            <p:strVal val="#ppt_y"/>
                                          </p:val>
                                        </p:tav>
                                      </p:tavLst>
                                    </p:anim>
                                  </p:childTnLst>
                                </p:cTn>
                              </p:par>
                              <p:par>
                                <p:cTn id="105" presetID="42" presetClass="entr" presetSubtype="0" fill="hold" grpId="0" nodeType="withEffect">
                                  <p:stCondLst>
                                    <p:cond delay="1700"/>
                                  </p:stCondLst>
                                  <p:childTnLst>
                                    <p:set>
                                      <p:cBhvr>
                                        <p:cTn id="106" dur="1" fill="hold">
                                          <p:stCondLst>
                                            <p:cond delay="0"/>
                                          </p:stCondLst>
                                        </p:cTn>
                                        <p:tgtEl>
                                          <p:spTgt spid="28"/>
                                        </p:tgtEl>
                                        <p:attrNameLst>
                                          <p:attrName>style.visibility</p:attrName>
                                        </p:attrNameLst>
                                      </p:cBhvr>
                                      <p:to>
                                        <p:strVal val="visible"/>
                                      </p:to>
                                    </p:set>
                                    <p:animEffect transition="in" filter="fade">
                                      <p:cBhvr>
                                        <p:cTn id="107" dur="450"/>
                                        <p:tgtEl>
                                          <p:spTgt spid="28"/>
                                        </p:tgtEl>
                                      </p:cBhvr>
                                    </p:animEffect>
                                    <p:anim calcmode="lin" valueType="num">
                                      <p:cBhvr additive="base">
                                        <p:cTn id="108" dur="450" fill="hold" decel="100000"/>
                                        <p:tgtEl>
                                          <p:spTgt spid="28"/>
                                        </p:tgtEl>
                                        <p:attrNameLst>
                                          <p:attrName>ppt_x</p:attrName>
                                        </p:attrNameLst>
                                      </p:cBhvr>
                                      <p:tavLst>
                                        <p:tav tm="0">
                                          <p:val>
                                            <p:strVal val="#ppt_x"/>
                                          </p:val>
                                        </p:tav>
                                        <p:tav tm="100000">
                                          <p:val>
                                            <p:strVal val="#ppt_x"/>
                                          </p:val>
                                        </p:tav>
                                      </p:tavLst>
                                    </p:anim>
                                    <p:anim calcmode="lin" valueType="num">
                                      <p:cBhvr additive="base">
                                        <p:cTn id="109" dur="450" fill="hold" decel="100000"/>
                                        <p:tgtEl>
                                          <p:spTgt spid="28"/>
                                        </p:tgtEl>
                                        <p:attrNameLst>
                                          <p:attrName>ppt_y</p:attrName>
                                        </p:attrNameLst>
                                      </p:cBhvr>
                                      <p:tavLst>
                                        <p:tav tm="0">
                                          <p:val>
                                            <p:strVal val="#ppt_y+0.05"/>
                                          </p:val>
                                        </p:tav>
                                        <p:tav tm="100000">
                                          <p:val>
                                            <p:strVal val="#ppt_y"/>
                                          </p:val>
                                        </p:tav>
                                      </p:tavLst>
                                    </p:anim>
                                  </p:childTnLst>
                                </p:cTn>
                              </p:par>
                              <p:par>
                                <p:cTn id="110" presetID="42" presetClass="entr" presetSubtype="0" fill="hold" grpId="0" nodeType="withEffect">
                                  <p:stCondLst>
                                    <p:cond delay="1900"/>
                                  </p:stCondLst>
                                  <p:childTnLst>
                                    <p:set>
                                      <p:cBhvr>
                                        <p:cTn id="111" dur="1" fill="hold">
                                          <p:stCondLst>
                                            <p:cond delay="0"/>
                                          </p:stCondLst>
                                        </p:cTn>
                                        <p:tgtEl>
                                          <p:spTgt spid="29"/>
                                        </p:tgtEl>
                                        <p:attrNameLst>
                                          <p:attrName>style.visibility</p:attrName>
                                        </p:attrNameLst>
                                      </p:cBhvr>
                                      <p:to>
                                        <p:strVal val="visible"/>
                                      </p:to>
                                    </p:set>
                                    <p:animEffect transition="in" filter="fade">
                                      <p:cBhvr>
                                        <p:cTn id="112" dur="450"/>
                                        <p:tgtEl>
                                          <p:spTgt spid="29"/>
                                        </p:tgtEl>
                                      </p:cBhvr>
                                    </p:animEffect>
                                    <p:anim calcmode="lin" valueType="num">
                                      <p:cBhvr additive="base">
                                        <p:cTn id="113" dur="450" fill="hold" decel="100000"/>
                                        <p:tgtEl>
                                          <p:spTgt spid="29"/>
                                        </p:tgtEl>
                                        <p:attrNameLst>
                                          <p:attrName>ppt_x</p:attrName>
                                        </p:attrNameLst>
                                      </p:cBhvr>
                                      <p:tavLst>
                                        <p:tav tm="0">
                                          <p:val>
                                            <p:strVal val="#ppt_x"/>
                                          </p:val>
                                        </p:tav>
                                        <p:tav tm="100000">
                                          <p:val>
                                            <p:strVal val="#ppt_x"/>
                                          </p:val>
                                        </p:tav>
                                      </p:tavLst>
                                    </p:anim>
                                    <p:anim calcmode="lin" valueType="num">
                                      <p:cBhvr additive="base">
                                        <p:cTn id="114" dur="450" fill="hold" decel="100000"/>
                                        <p:tgtEl>
                                          <p:spTgt spid="29"/>
                                        </p:tgtEl>
                                        <p:attrNameLst>
                                          <p:attrName>ppt_y</p:attrName>
                                        </p:attrNameLst>
                                      </p:cBhvr>
                                      <p:tavLst>
                                        <p:tav tm="0">
                                          <p:val>
                                            <p:strVal val="#ppt_y+0.05"/>
                                          </p:val>
                                        </p:tav>
                                        <p:tav tm="100000">
                                          <p:val>
                                            <p:strVal val="#ppt_y"/>
                                          </p:val>
                                        </p:tav>
                                      </p:tavLst>
                                    </p:anim>
                                  </p:childTnLst>
                                </p:cTn>
                              </p:par>
                              <p:par>
                                <p:cTn id="115" presetID="42" presetClass="entr" presetSubtype="0" fill="hold" grpId="0" nodeType="withEffect">
                                  <p:stCondLst>
                                    <p:cond delay="190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450"/>
                                        <p:tgtEl>
                                          <p:spTgt spid="30"/>
                                        </p:tgtEl>
                                      </p:cBhvr>
                                    </p:animEffect>
                                    <p:anim calcmode="lin" valueType="num">
                                      <p:cBhvr additive="base">
                                        <p:cTn id="118" dur="450" fill="hold" decel="100000"/>
                                        <p:tgtEl>
                                          <p:spTgt spid="30"/>
                                        </p:tgtEl>
                                        <p:attrNameLst>
                                          <p:attrName>ppt_x</p:attrName>
                                        </p:attrNameLst>
                                      </p:cBhvr>
                                      <p:tavLst>
                                        <p:tav tm="0">
                                          <p:val>
                                            <p:strVal val="#ppt_x"/>
                                          </p:val>
                                        </p:tav>
                                        <p:tav tm="100000">
                                          <p:val>
                                            <p:strVal val="#ppt_x"/>
                                          </p:val>
                                        </p:tav>
                                      </p:tavLst>
                                    </p:anim>
                                    <p:anim calcmode="lin" valueType="num">
                                      <p:cBhvr additive="base">
                                        <p:cTn id="119" dur="450" fill="hold" decel="100000"/>
                                        <p:tgtEl>
                                          <p:spTgt spid="30"/>
                                        </p:tgtEl>
                                        <p:attrNameLst>
                                          <p:attrName>ppt_y</p:attrName>
                                        </p:attrNameLst>
                                      </p:cBhvr>
                                      <p:tavLst>
                                        <p:tav tm="0">
                                          <p:val>
                                            <p:strVal val="#ppt_y+0.05"/>
                                          </p:val>
                                        </p:tav>
                                        <p:tav tm="100000">
                                          <p:val>
                                            <p:strVal val="#ppt_y"/>
                                          </p:val>
                                        </p:tav>
                                      </p:tavLst>
                                    </p:anim>
                                  </p:childTnLst>
                                </p:cTn>
                              </p:par>
                              <p:par>
                                <p:cTn id="120" presetID="42" presetClass="entr" presetSubtype="0" fill="hold" grpId="0" nodeType="withEffect">
                                  <p:stCondLst>
                                    <p:cond delay="210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450"/>
                                        <p:tgtEl>
                                          <p:spTgt spid="31"/>
                                        </p:tgtEl>
                                      </p:cBhvr>
                                    </p:animEffect>
                                    <p:anim calcmode="lin" valueType="num">
                                      <p:cBhvr additive="base">
                                        <p:cTn id="123" dur="450" fill="hold" decel="100000"/>
                                        <p:tgtEl>
                                          <p:spTgt spid="31"/>
                                        </p:tgtEl>
                                        <p:attrNameLst>
                                          <p:attrName>ppt_x</p:attrName>
                                        </p:attrNameLst>
                                      </p:cBhvr>
                                      <p:tavLst>
                                        <p:tav tm="0">
                                          <p:val>
                                            <p:strVal val="#ppt_x"/>
                                          </p:val>
                                        </p:tav>
                                        <p:tav tm="100000">
                                          <p:val>
                                            <p:strVal val="#ppt_x"/>
                                          </p:val>
                                        </p:tav>
                                      </p:tavLst>
                                    </p:anim>
                                    <p:anim calcmode="lin" valueType="num">
                                      <p:cBhvr additive="base">
                                        <p:cTn id="124" dur="450" fill="hold" decel="100000"/>
                                        <p:tgtEl>
                                          <p:spTgt spid="31"/>
                                        </p:tgtEl>
                                        <p:attrNameLst>
                                          <p:attrName>ppt_y</p:attrName>
                                        </p:attrNameLst>
                                      </p:cBhvr>
                                      <p:tavLst>
                                        <p:tav tm="0">
                                          <p:val>
                                            <p:strVal val="#ppt_y+0.05"/>
                                          </p:val>
                                        </p:tav>
                                        <p:tav tm="100000">
                                          <p:val>
                                            <p:strVal val="#ppt_y"/>
                                          </p:val>
                                        </p:tav>
                                      </p:tavLst>
                                    </p:anim>
                                  </p:childTnLst>
                                </p:cTn>
                              </p:par>
                              <p:par>
                                <p:cTn id="125" presetID="42" presetClass="entr" presetSubtype="0" fill="hold" grpId="0" nodeType="withEffect">
                                  <p:stCondLst>
                                    <p:cond delay="21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50"/>
                                        <p:tgtEl>
                                          <p:spTgt spid="32"/>
                                        </p:tgtEl>
                                      </p:cBhvr>
                                    </p:animEffect>
                                    <p:anim calcmode="lin" valueType="num">
                                      <p:cBhvr additive="base">
                                        <p:cTn id="128" dur="450" fill="hold" decel="100000"/>
                                        <p:tgtEl>
                                          <p:spTgt spid="32"/>
                                        </p:tgtEl>
                                        <p:attrNameLst>
                                          <p:attrName>ppt_x</p:attrName>
                                        </p:attrNameLst>
                                      </p:cBhvr>
                                      <p:tavLst>
                                        <p:tav tm="0">
                                          <p:val>
                                            <p:strVal val="#ppt_x"/>
                                          </p:val>
                                        </p:tav>
                                        <p:tav tm="100000">
                                          <p:val>
                                            <p:strVal val="#ppt_x"/>
                                          </p:val>
                                        </p:tav>
                                      </p:tavLst>
                                    </p:anim>
                                    <p:anim calcmode="lin" valueType="num">
                                      <p:cBhvr additive="base">
                                        <p:cTn id="129" dur="450" fill="hold" decel="100000"/>
                                        <p:tgtEl>
                                          <p:spTgt spid="32"/>
                                        </p:tgtEl>
                                        <p:attrNameLst>
                                          <p:attrName>ppt_y</p:attrName>
                                        </p:attrNameLst>
                                      </p:cBhvr>
                                      <p:tavLst>
                                        <p:tav tm="0">
                                          <p:val>
                                            <p:strVal val="#ppt_y+0.05"/>
                                          </p:val>
                                        </p:tav>
                                        <p:tav tm="100000">
                                          <p:val>
                                            <p:strVal val="#ppt_y"/>
                                          </p:val>
                                        </p:tav>
                                      </p:tavLst>
                                    </p:anim>
                                  </p:childTnLst>
                                </p:cTn>
                              </p:par>
                              <p:par>
                                <p:cTn id="130" presetID="42" presetClass="entr" presetSubtype="0" fill="hold" grpId="0" nodeType="withEffect">
                                  <p:stCondLst>
                                    <p:cond delay="240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500"/>
                                        <p:tgtEl>
                                          <p:spTgt spid="33"/>
                                        </p:tgtEl>
                                      </p:cBhvr>
                                    </p:animEffect>
                                    <p:anim calcmode="lin" valueType="num">
                                      <p:cBhvr additive="base">
                                        <p:cTn id="133" dur="500" fill="hold" decel="100000"/>
                                        <p:tgtEl>
                                          <p:spTgt spid="33"/>
                                        </p:tgtEl>
                                        <p:attrNameLst>
                                          <p:attrName>ppt_x</p:attrName>
                                        </p:attrNameLst>
                                      </p:cBhvr>
                                      <p:tavLst>
                                        <p:tav tm="0">
                                          <p:val>
                                            <p:strVal val="#ppt_x"/>
                                          </p:val>
                                        </p:tav>
                                        <p:tav tm="100000">
                                          <p:val>
                                            <p:strVal val="#ppt_x"/>
                                          </p:val>
                                        </p:tav>
                                      </p:tavLst>
                                    </p:anim>
                                    <p:anim calcmode="lin" valueType="num">
                                      <p:cBhvr additive="base">
                                        <p:cTn id="134" dur="500" fill="hold" decel="100000"/>
                                        <p:tgtEl>
                                          <p:spTgt spid="33"/>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6" grpId="0" animBg="1"/>
      <p:bldP spid="7" grpId="0" animBg="1"/>
      <p:bldP spid="8" grpId="0" animBg="1"/>
      <p:bldP spid="9" grpId="0" animBg="1"/>
      <p:bldP spid="13" grpId="0" animBg="1"/>
      <p:bldP spid="15" grpId="0" animBg="1"/>
      <p:bldP spid="16" grpId="0" animBg="1"/>
      <p:bldP spid="18" grpId="0" animBg="1"/>
      <p:bldP spid="19" grpId="0" animBg="1"/>
      <p:bldP spid="21" grpId="0" animBg="1"/>
      <p:bldP spid="22" grpId="0" animBg="1"/>
      <p:bldP spid="24" grpId="0" animBg="1"/>
      <p:bldP spid="25" grpId="0" animBg="1"/>
      <p:bldP spid="26" grpId="0" animBg="1"/>
      <p:bldP spid="28" grpId="0" animBg="1"/>
      <p:bldP spid="30" grpId="0" animBg="1"/>
      <p:bldP spid="32" grpId="0" animBg="1"/>
      <p:bldP spid="3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orbA"/>
          <p:cNvSpPr/>
          <p:nvPr/>
        </p:nvSpPr>
        <p:spPr>
          <a:xfrm>
            <a:off x="6377940" y="886968"/>
            <a:ext cx="5669280" cy="5669280"/>
          </a:xfrm>
          <a:prstGeom prst="ellipse">
            <a:avLst/>
          </a:prstGeom>
          <a:solidFill>
            <a:schemeClr val="bg1"/>
          </a:solidFill>
          <a:ln/>
        </p:spPr>
      </p:sp>
      <p:sp>
        <p:nvSpPr>
          <p:cNvPr id="3" name="!!orbB"/>
          <p:cNvSpPr/>
          <p:nvPr/>
        </p:nvSpPr>
        <p:spPr>
          <a:xfrm>
            <a:off x="11064240" y="4206240"/>
            <a:ext cx="1188720" cy="1188720"/>
          </a:xfrm>
          <a:prstGeom prst="ellipse">
            <a:avLst/>
          </a:prstGeom>
          <a:solidFill>
            <a:schemeClr val="accent2">
              <a:alpha val="30000"/>
            </a:schemeClr>
          </a:solidFill>
          <a:ln/>
        </p:spPr>
      </p:sp>
      <p:sp>
        <p:nvSpPr>
          <p:cNvPr id="4" name="!!orbC"/>
          <p:cNvSpPr/>
          <p:nvPr/>
        </p:nvSpPr>
        <p:spPr>
          <a:xfrm>
            <a:off x="6172200" y="5623560"/>
            <a:ext cx="640080" cy="640080"/>
          </a:xfrm>
          <a:prstGeom prst="ellipse">
            <a:avLst/>
          </a:prstGeom>
          <a:solidFill>
            <a:schemeClr val="accent1">
              <a:alpha val="45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FluxGuard connects the dots</a:t>
            </a:r>
            <a:endParaRPr lang="en-US" sz="3600" dirty="0"/>
          </a:p>
        </p:txBody>
      </p:sp>
      <p:sp>
        <p:nvSpPr>
          <p:cNvPr id="6" name="text_57"/>
          <p:cNvSpPr txBox="1"/>
          <p:nvPr/>
        </p:nvSpPr>
        <p:spPr>
          <a:xfrm>
            <a:off x="548640" y="1554480"/>
            <a:ext cx="5486400" cy="1143000"/>
          </a:xfrm>
          <a:prstGeom prst="rect">
            <a:avLst/>
          </a:prstGeom>
          <a:noFill/>
          <a:ln/>
        </p:spPr>
        <p:txBody>
          <a:bodyPr wrap="square" lIns="0" tIns="0" rIns="0" bIns="0" rtlCol="0" anchor="t"/>
          <a:lstStyle/>
          <a:p>
            <a:pPr indent="0" marL="0">
              <a:buNone/>
            </a:pPr>
            <a:r>
              <a:rPr lang="en-US" sz="1900" dirty="0">
                <a:solidFill>
                  <a:schemeClr val="tx1"/>
                </a:solidFill>
              </a:rPr>
              <a:t>A mobile app with a web dashboard that turns quick daily logs into a personal reflux risk score — and warns you before a flare-up.</a:t>
            </a:r>
            <a:endParaRPr lang="en-US" sz="1900" dirty="0"/>
          </a:p>
        </p:txBody>
      </p:sp>
      <p:sp>
        <p:nvSpPr>
          <p:cNvPr id="7" name="shape_58"/>
          <p:cNvSpPr/>
          <p:nvPr/>
        </p:nvSpPr>
        <p:spPr>
          <a:xfrm>
            <a:off x="548640" y="2926080"/>
            <a:ext cx="713232" cy="713232"/>
          </a:xfrm>
          <a:prstGeom prst="ellipse">
            <a:avLst/>
          </a:prstGeom>
          <a:solidFill>
            <a:schemeClr val="accent1"/>
          </a:solidFill>
          <a:ln/>
        </p:spPr>
      </p:sp>
      <p:pic>
        <p:nvPicPr>
          <p:cNvPr id="8" name="icon_59" descr="ScanSearch icon">    </p:cNvPr>
          <p:cNvPicPr>
            <a:picLocks noChangeAspect="1"/>
          </p:cNvPicPr>
          <p:nvPr/>
        </p:nvPicPr>
        <p:blipFill>
          <a:blip r:embed="rId1"/>
          <a:stretch>
            <a:fillRect/>
          </a:stretch>
        </p:blipFill>
        <p:spPr>
          <a:xfrm>
            <a:off x="719816" y="3097256"/>
            <a:ext cx="370881" cy="370881"/>
          </a:xfrm>
          <a:prstGeom prst="rect">
            <a:avLst/>
          </a:prstGeom>
        </p:spPr>
      </p:pic>
      <p:sp>
        <p:nvSpPr>
          <p:cNvPr id="9" name="text_60"/>
          <p:cNvSpPr txBox="1"/>
          <p:nvPr/>
        </p:nvSpPr>
        <p:spPr>
          <a:xfrm>
            <a:off x="1463040" y="2907792"/>
            <a:ext cx="4572000"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Find your triggers</a:t>
            </a:r>
            <a:endParaRPr lang="en-US" sz="1900" dirty="0"/>
          </a:p>
        </p:txBody>
      </p:sp>
      <p:sp>
        <p:nvSpPr>
          <p:cNvPr id="10" name="text_61"/>
          <p:cNvSpPr txBox="1"/>
          <p:nvPr/>
        </p:nvSpPr>
        <p:spPr>
          <a:xfrm>
            <a:off x="1463040" y="3291840"/>
            <a:ext cx="4572000" cy="365760"/>
          </a:xfrm>
          <a:prstGeom prst="rect">
            <a:avLst/>
          </a:prstGeom>
          <a:noFill/>
          <a:ln/>
        </p:spPr>
        <p:txBody>
          <a:bodyPr wrap="square" lIns="0" tIns="0" rIns="0" bIns="0" rtlCol="0" anchor="ctr"/>
          <a:lstStyle/>
          <a:p>
            <a:pPr indent="0" marL="0">
              <a:buNone/>
            </a:pPr>
            <a:r>
              <a:rPr lang="en-US" sz="1500" dirty="0">
                <a:solidFill>
                  <a:schemeClr val="tx1"/>
                </a:solidFill>
              </a:rPr>
              <a:t>Links your meals, sleep, stress and symptoms.</a:t>
            </a:r>
            <a:endParaRPr lang="en-US" sz="1500" dirty="0"/>
          </a:p>
        </p:txBody>
      </p:sp>
      <p:sp>
        <p:nvSpPr>
          <p:cNvPr id="11" name="shape_62"/>
          <p:cNvSpPr/>
          <p:nvPr/>
        </p:nvSpPr>
        <p:spPr>
          <a:xfrm>
            <a:off x="548640" y="3913632"/>
            <a:ext cx="713232" cy="713232"/>
          </a:xfrm>
          <a:prstGeom prst="ellipse">
            <a:avLst/>
          </a:prstGeom>
          <a:solidFill>
            <a:schemeClr val="accent1"/>
          </a:solidFill>
          <a:ln/>
        </p:spPr>
      </p:sp>
      <p:pic>
        <p:nvPicPr>
          <p:cNvPr id="12" name="icon_63" descr="BellRing icon">    </p:cNvPr>
          <p:cNvPicPr>
            <a:picLocks noChangeAspect="1"/>
          </p:cNvPicPr>
          <p:nvPr/>
        </p:nvPicPr>
        <p:blipFill>
          <a:blip r:embed="rId2"/>
          <a:stretch>
            <a:fillRect/>
          </a:stretch>
        </p:blipFill>
        <p:spPr>
          <a:xfrm>
            <a:off x="719816" y="4084808"/>
            <a:ext cx="370881" cy="370881"/>
          </a:xfrm>
          <a:prstGeom prst="rect">
            <a:avLst/>
          </a:prstGeom>
        </p:spPr>
      </p:pic>
      <p:sp>
        <p:nvSpPr>
          <p:cNvPr id="13" name="text_64"/>
          <p:cNvSpPr txBox="1"/>
          <p:nvPr/>
        </p:nvSpPr>
        <p:spPr>
          <a:xfrm>
            <a:off x="1463040" y="3895344"/>
            <a:ext cx="4572000"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Get warned early</a:t>
            </a:r>
            <a:endParaRPr lang="en-US" sz="1900" dirty="0"/>
          </a:p>
        </p:txBody>
      </p:sp>
      <p:sp>
        <p:nvSpPr>
          <p:cNvPr id="14" name="text_65"/>
          <p:cNvSpPr txBox="1"/>
          <p:nvPr/>
        </p:nvSpPr>
        <p:spPr>
          <a:xfrm>
            <a:off x="1463040" y="4279392"/>
            <a:ext cx="4572000" cy="365760"/>
          </a:xfrm>
          <a:prstGeom prst="rect">
            <a:avLst/>
          </a:prstGeom>
          <a:noFill/>
          <a:ln/>
        </p:spPr>
        <p:txBody>
          <a:bodyPr wrap="square" lIns="0" tIns="0" rIns="0" bIns="0" rtlCol="0" anchor="ctr"/>
          <a:lstStyle/>
          <a:p>
            <a:pPr indent="0" marL="0">
              <a:buNone/>
            </a:pPr>
            <a:r>
              <a:rPr lang="en-US" sz="1500" dirty="0">
                <a:solidFill>
                  <a:schemeClr val="tx1"/>
                </a:solidFill>
              </a:rPr>
              <a:t>Push alerts when today’s habits raise your risk.</a:t>
            </a:r>
            <a:endParaRPr lang="en-US" sz="1500" dirty="0"/>
          </a:p>
        </p:txBody>
      </p:sp>
      <p:sp>
        <p:nvSpPr>
          <p:cNvPr id="15" name="shape_66"/>
          <p:cNvSpPr/>
          <p:nvPr/>
        </p:nvSpPr>
        <p:spPr>
          <a:xfrm>
            <a:off x="548640" y="4901184"/>
            <a:ext cx="713232" cy="713232"/>
          </a:xfrm>
          <a:prstGeom prst="ellipse">
            <a:avLst/>
          </a:prstGeom>
          <a:solidFill>
            <a:schemeClr val="accent1"/>
          </a:solidFill>
          <a:ln/>
        </p:spPr>
      </p:sp>
      <p:pic>
        <p:nvPicPr>
          <p:cNvPr id="16" name="icon_67" descr="TrendingUp icon">    </p:cNvPr>
          <p:cNvPicPr>
            <a:picLocks noChangeAspect="1"/>
          </p:cNvPicPr>
          <p:nvPr/>
        </p:nvPicPr>
        <p:blipFill>
          <a:blip r:embed="rId3"/>
          <a:stretch>
            <a:fillRect/>
          </a:stretch>
        </p:blipFill>
        <p:spPr>
          <a:xfrm>
            <a:off x="719816" y="5072360"/>
            <a:ext cx="370881" cy="370881"/>
          </a:xfrm>
          <a:prstGeom prst="rect">
            <a:avLst/>
          </a:prstGeom>
        </p:spPr>
      </p:pic>
      <p:sp>
        <p:nvSpPr>
          <p:cNvPr id="17" name="text_68"/>
          <p:cNvSpPr txBox="1"/>
          <p:nvPr/>
        </p:nvSpPr>
        <p:spPr>
          <a:xfrm>
            <a:off x="1463040" y="4882896"/>
            <a:ext cx="4572000"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Build better habits</a:t>
            </a:r>
            <a:endParaRPr lang="en-US" sz="1900" dirty="0"/>
          </a:p>
        </p:txBody>
      </p:sp>
      <p:sp>
        <p:nvSpPr>
          <p:cNvPr id="18" name="text_69"/>
          <p:cNvSpPr txBox="1"/>
          <p:nvPr/>
        </p:nvSpPr>
        <p:spPr>
          <a:xfrm>
            <a:off x="1463040" y="5266944"/>
            <a:ext cx="4572000" cy="365760"/>
          </a:xfrm>
          <a:prstGeom prst="rect">
            <a:avLst/>
          </a:prstGeom>
          <a:noFill/>
          <a:ln/>
        </p:spPr>
        <p:txBody>
          <a:bodyPr wrap="square" lIns="0" tIns="0" rIns="0" bIns="0" rtlCol="0" anchor="ctr"/>
          <a:lstStyle/>
          <a:p>
            <a:pPr indent="0" marL="0">
              <a:buNone/>
            </a:pPr>
            <a:r>
              <a:rPr lang="en-US" sz="1500" dirty="0">
                <a:solidFill>
                  <a:schemeClr val="tx1"/>
                </a:solidFill>
              </a:rPr>
              <a:t>Personal tips, streaks and badges keep you going.</a:t>
            </a:r>
            <a:endParaRPr lang="en-US" sz="1500" dirty="0"/>
          </a:p>
        </p:txBody>
      </p:sp>
      <p:sp>
        <p:nvSpPr>
          <p:cNvPr id="19" name="phoneBody"/>
          <p:cNvSpPr/>
          <p:nvPr/>
        </p:nvSpPr>
        <p:spPr>
          <a:xfrm>
            <a:off x="7863840" y="1097280"/>
            <a:ext cx="2697480" cy="5230368"/>
          </a:xfrm>
          <a:prstGeom prst="roundRect">
            <a:avLst>
              <a:gd name="adj" fmla="val 12881"/>
            </a:avLst>
          </a:prstGeom>
          <a:solidFill>
            <a:schemeClr val="tx1"/>
          </a:solidFill>
          <a:ln/>
          <a:effectLst>
            <a:outerShdw sx="100000" sy="100000" kx="0" ky="0" algn="bl" rotWithShape="0" blurRad="228600" dist="76200" dir="5400000">
              <a:srgbClr val="1A2340">
                <a:alpha val="25000"/>
              </a:srgbClr>
            </a:outerShdw>
          </a:effectLst>
        </p:spPr>
      </p:sp>
      <p:sp>
        <p:nvSpPr>
          <p:cNvPr id="20" name="phoneScreen"/>
          <p:cNvSpPr/>
          <p:nvPr/>
        </p:nvSpPr>
        <p:spPr>
          <a:xfrm>
            <a:off x="7973568" y="1207008"/>
            <a:ext cx="2478024" cy="5010912"/>
          </a:xfrm>
          <a:prstGeom prst="roundRect">
            <a:avLst>
              <a:gd name="adj" fmla="val 10332"/>
            </a:avLst>
          </a:prstGeom>
          <a:solidFill>
            <a:schemeClr val="bg1"/>
          </a:solidFill>
          <a:ln/>
        </p:spPr>
      </p:sp>
      <p:sp>
        <p:nvSpPr>
          <p:cNvPr id="21" name="shape_70"/>
          <p:cNvSpPr/>
          <p:nvPr/>
        </p:nvSpPr>
        <p:spPr>
          <a:xfrm>
            <a:off x="8865108" y="1271016"/>
            <a:ext cx="694944" cy="128016"/>
          </a:xfrm>
          <a:prstGeom prst="roundRect">
            <a:avLst>
              <a:gd name="adj" fmla="val 50000"/>
            </a:avLst>
          </a:prstGeom>
          <a:solidFill>
            <a:schemeClr val="tx1"/>
          </a:solidFill>
          <a:ln/>
        </p:spPr>
      </p:sp>
      <p:sp>
        <p:nvSpPr>
          <p:cNvPr id="22" name="text_71"/>
          <p:cNvSpPr txBox="1"/>
          <p:nvPr/>
        </p:nvSpPr>
        <p:spPr>
          <a:xfrm>
            <a:off x="8129016" y="1499616"/>
            <a:ext cx="1097280" cy="320040"/>
          </a:xfrm>
          <a:prstGeom prst="rect">
            <a:avLst/>
          </a:prstGeom>
          <a:noFill/>
          <a:ln/>
        </p:spPr>
        <p:txBody>
          <a:bodyPr wrap="square" lIns="0" tIns="0" rIns="0" bIns="0" rtlCol="0" anchor="ctr"/>
          <a:lstStyle/>
          <a:p>
            <a:pPr indent="0" marL="0">
              <a:buNone/>
            </a:pPr>
            <a:r>
              <a:rPr lang="en-US" sz="1500" b="1" dirty="0">
                <a:solidFill>
                  <a:schemeClr val="tx1"/>
                </a:solidFill>
                <a:latin typeface="Arial" pitchFamily="34" charset="0"/>
                <a:ea typeface="Arial" pitchFamily="34" charset="-122"/>
                <a:cs typeface="Arial" pitchFamily="34" charset="-120"/>
              </a:rPr>
              <a:t>Today</a:t>
            </a:r>
            <a:endParaRPr lang="en-US" sz="1500" dirty="0"/>
          </a:p>
        </p:txBody>
      </p:sp>
      <p:sp>
        <p:nvSpPr>
          <p:cNvPr id="23" name="text_72"/>
          <p:cNvSpPr txBox="1"/>
          <p:nvPr/>
        </p:nvSpPr>
        <p:spPr>
          <a:xfrm>
            <a:off x="9043416" y="1499616"/>
            <a:ext cx="1252728" cy="320040"/>
          </a:xfrm>
          <a:prstGeom prst="rect">
            <a:avLst/>
          </a:prstGeom>
          <a:noFill/>
          <a:ln/>
        </p:spPr>
        <p:txBody>
          <a:bodyPr wrap="square" lIns="0" tIns="0" rIns="0" bIns="0" rtlCol="0" anchor="ctr"/>
          <a:lstStyle/>
          <a:p>
            <a:pPr algn="r" indent="0" marL="0">
              <a:buNone/>
            </a:pPr>
            <a:r>
              <a:rPr lang="en-US" sz="1000" dirty="0">
                <a:solidFill>
                  <a:schemeClr val="accent4"/>
                </a:solidFill>
              </a:rPr>
              <a:t>Mon, Oct 5</a:t>
            </a:r>
            <a:endParaRPr lang="en-US" sz="1000" dirty="0"/>
          </a:p>
        </p:txBody>
      </p:sp>
      <p:sp>
        <p:nvSpPr>
          <p:cNvPr id="24" name="shape_73"/>
          <p:cNvSpPr/>
          <p:nvPr/>
        </p:nvSpPr>
        <p:spPr>
          <a:xfrm>
            <a:off x="8549640" y="1865376"/>
            <a:ext cx="1325880" cy="1325880"/>
          </a:xfrm>
          <a:prstGeom prst="blockArc">
            <a:avLst>
              <a:gd name="adj1" fmla="val 0"/>
              <a:gd name="adj2" fmla="val 21594000"/>
              <a:gd name="adj3" fmla="val 12000"/>
            </a:avLst>
          </a:prstGeom>
          <a:solidFill>
            <a:schemeClr val="bg2"/>
          </a:solidFill>
          <a:ln/>
        </p:spPr>
      </p:sp>
      <p:sp>
        <p:nvSpPr>
          <p:cNvPr id="25" name="shape_74"/>
          <p:cNvSpPr/>
          <p:nvPr/>
        </p:nvSpPr>
        <p:spPr>
          <a:xfrm>
            <a:off x="8549640" y="1865376"/>
            <a:ext cx="1325880" cy="1325880"/>
          </a:xfrm>
          <a:prstGeom prst="blockArc">
            <a:avLst>
              <a:gd name="adj1" fmla="val 16200000"/>
              <a:gd name="adj2" fmla="val 21384000"/>
              <a:gd name="adj3" fmla="val 12000"/>
            </a:avLst>
          </a:prstGeom>
          <a:solidFill>
            <a:schemeClr val="accent3"/>
          </a:solidFill>
          <a:ln/>
        </p:spPr>
      </p:sp>
      <p:sp>
        <p:nvSpPr>
          <p:cNvPr id="26" name="text_75"/>
          <p:cNvSpPr txBox="1"/>
          <p:nvPr/>
        </p:nvSpPr>
        <p:spPr>
          <a:xfrm>
            <a:off x="8549640" y="2212848"/>
            <a:ext cx="1325880" cy="438912"/>
          </a:xfrm>
          <a:prstGeom prst="rect">
            <a:avLst/>
          </a:prstGeom>
          <a:noFill/>
          <a:ln/>
        </p:spPr>
        <p:txBody>
          <a:bodyPr wrap="square" lIns="0" tIns="0" rIns="0" bIns="0" rtlCol="0" anchor="ctr"/>
          <a:lstStyle/>
          <a:p>
            <a:pPr algn="ctr" indent="0" marL="0">
              <a:buNone/>
            </a:pPr>
            <a:r>
              <a:rPr lang="en-US" sz="2400" b="1" dirty="0">
                <a:solidFill>
                  <a:schemeClr val="tx1"/>
                </a:solidFill>
                <a:latin typeface="Arial" pitchFamily="34" charset="0"/>
                <a:ea typeface="Arial" pitchFamily="34" charset="-122"/>
                <a:cs typeface="Arial" pitchFamily="34" charset="-120"/>
              </a:rPr>
              <a:t>24%</a:t>
            </a:r>
            <a:endParaRPr lang="en-US" sz="2400" dirty="0"/>
          </a:p>
        </p:txBody>
      </p:sp>
      <p:sp>
        <p:nvSpPr>
          <p:cNvPr id="27" name="text_76"/>
          <p:cNvSpPr txBox="1"/>
          <p:nvPr/>
        </p:nvSpPr>
        <p:spPr>
          <a:xfrm>
            <a:off x="8549640" y="2633472"/>
            <a:ext cx="1325880" cy="256032"/>
          </a:xfrm>
          <a:prstGeom prst="rect">
            <a:avLst/>
          </a:prstGeom>
          <a:noFill/>
          <a:ln/>
        </p:spPr>
        <p:txBody>
          <a:bodyPr wrap="square" lIns="0" tIns="0" rIns="0" bIns="0" rtlCol="0" anchor="ctr"/>
          <a:lstStyle/>
          <a:p>
            <a:pPr algn="ctr" indent="0" marL="0">
              <a:buNone/>
            </a:pPr>
            <a:r>
              <a:rPr lang="en-US" sz="1000" dirty="0">
                <a:solidFill>
                  <a:schemeClr val="accent4"/>
                </a:solidFill>
              </a:rPr>
              <a:t>reflux risk</a:t>
            </a:r>
            <a:endParaRPr lang="en-US" sz="1000" dirty="0"/>
          </a:p>
        </p:txBody>
      </p:sp>
      <p:sp>
        <p:nvSpPr>
          <p:cNvPr id="28" name="shape_77"/>
          <p:cNvSpPr/>
          <p:nvPr/>
        </p:nvSpPr>
        <p:spPr>
          <a:xfrm>
            <a:off x="8554212" y="3300984"/>
            <a:ext cx="1316736" cy="256032"/>
          </a:xfrm>
          <a:prstGeom prst="roundRect">
            <a:avLst>
              <a:gd name="adj" fmla="val 50000"/>
            </a:avLst>
          </a:prstGeom>
          <a:solidFill>
            <a:schemeClr val="accent3"/>
          </a:solidFill>
          <a:ln/>
        </p:spPr>
      </p:sp>
      <p:sp>
        <p:nvSpPr>
          <p:cNvPr id="29" name="text_78"/>
          <p:cNvSpPr txBox="1"/>
          <p:nvPr/>
        </p:nvSpPr>
        <p:spPr>
          <a:xfrm>
            <a:off x="8554212" y="3300984"/>
            <a:ext cx="1316736" cy="256032"/>
          </a:xfrm>
          <a:prstGeom prst="rect">
            <a:avLst/>
          </a:prstGeom>
          <a:noFill/>
          <a:ln/>
        </p:spPr>
        <p:txBody>
          <a:bodyPr wrap="square" lIns="0" tIns="0" rIns="0" bIns="0" rtlCol="0" anchor="ctr"/>
          <a:lstStyle/>
          <a:p>
            <a:pPr algn="ctr" indent="0" marL="0">
              <a:buNone/>
            </a:pPr>
            <a:r>
              <a:rPr lang="en-US" sz="1000" b="1" dirty="0">
                <a:solidFill>
                  <a:schemeClr val="bg1"/>
                </a:solidFill>
              </a:rPr>
              <a:t>LOW RISK TODAY</a:t>
            </a:r>
            <a:endParaRPr lang="en-US" sz="1000" dirty="0"/>
          </a:p>
        </p:txBody>
      </p:sp>
      <p:sp>
        <p:nvSpPr>
          <p:cNvPr id="30" name="shape_79"/>
          <p:cNvSpPr/>
          <p:nvPr/>
        </p:nvSpPr>
        <p:spPr>
          <a:xfrm>
            <a:off x="8129016" y="3666744"/>
            <a:ext cx="1019556" cy="731520"/>
          </a:xfrm>
          <a:prstGeom prst="roundRect">
            <a:avLst>
              <a:gd name="adj" fmla="val 15000"/>
            </a:avLst>
          </a:prstGeom>
          <a:solidFill>
            <a:schemeClr val="bg2"/>
          </a:solidFill>
          <a:ln/>
        </p:spPr>
      </p:sp>
      <p:pic>
        <p:nvPicPr>
          <p:cNvPr id="31" name="icon_80" descr="Brain icon">    </p:cNvPr>
          <p:cNvPicPr>
            <a:picLocks noChangeAspect="1"/>
          </p:cNvPicPr>
          <p:nvPr/>
        </p:nvPicPr>
        <p:blipFill>
          <a:blip r:embed="rId4"/>
          <a:stretch>
            <a:fillRect/>
          </a:stretch>
        </p:blipFill>
        <p:spPr>
          <a:xfrm>
            <a:off x="8220456" y="3758184"/>
            <a:ext cx="237744" cy="237744"/>
          </a:xfrm>
          <a:prstGeom prst="rect">
            <a:avLst/>
          </a:prstGeom>
        </p:spPr>
      </p:pic>
      <p:sp>
        <p:nvSpPr>
          <p:cNvPr id="32" name="text_81"/>
          <p:cNvSpPr txBox="1"/>
          <p:nvPr/>
        </p:nvSpPr>
        <p:spPr>
          <a:xfrm>
            <a:off x="8513064" y="3739896"/>
            <a:ext cx="562356" cy="274320"/>
          </a:xfrm>
          <a:prstGeom prst="rect">
            <a:avLst/>
          </a:prstGeom>
          <a:noFill/>
          <a:ln/>
        </p:spPr>
        <p:txBody>
          <a:bodyPr wrap="square" lIns="0" tIns="0" rIns="0" bIns="0" rtlCol="0" anchor="ctr"/>
          <a:lstStyle/>
          <a:p>
            <a:pPr indent="0" marL="0">
              <a:buNone/>
            </a:pPr>
            <a:r>
              <a:rPr lang="en-US" sz="1000" dirty="0">
                <a:solidFill>
                  <a:schemeClr val="accent4"/>
                </a:solidFill>
              </a:rPr>
              <a:t>Stress</a:t>
            </a:r>
            <a:endParaRPr lang="en-US" sz="1000" dirty="0"/>
          </a:p>
        </p:txBody>
      </p:sp>
      <p:sp>
        <p:nvSpPr>
          <p:cNvPr id="33" name="text_82"/>
          <p:cNvSpPr txBox="1"/>
          <p:nvPr/>
        </p:nvSpPr>
        <p:spPr>
          <a:xfrm>
            <a:off x="8220456" y="4032504"/>
            <a:ext cx="882396"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3 / 10</a:t>
            </a:r>
            <a:endParaRPr lang="en-US" sz="1400" dirty="0"/>
          </a:p>
        </p:txBody>
      </p:sp>
      <p:sp>
        <p:nvSpPr>
          <p:cNvPr id="34" name="shape_83"/>
          <p:cNvSpPr/>
          <p:nvPr/>
        </p:nvSpPr>
        <p:spPr>
          <a:xfrm>
            <a:off x="9276588" y="3666744"/>
            <a:ext cx="1019556" cy="731520"/>
          </a:xfrm>
          <a:prstGeom prst="roundRect">
            <a:avLst>
              <a:gd name="adj" fmla="val 15000"/>
            </a:avLst>
          </a:prstGeom>
          <a:solidFill>
            <a:schemeClr val="bg2"/>
          </a:solidFill>
          <a:ln/>
        </p:spPr>
      </p:sp>
      <p:pic>
        <p:nvPicPr>
          <p:cNvPr id="35" name="icon_84" descr="Moon icon">    </p:cNvPr>
          <p:cNvPicPr>
            <a:picLocks noChangeAspect="1"/>
          </p:cNvPicPr>
          <p:nvPr/>
        </p:nvPicPr>
        <p:blipFill>
          <a:blip r:embed="rId5"/>
          <a:stretch>
            <a:fillRect/>
          </a:stretch>
        </p:blipFill>
        <p:spPr>
          <a:xfrm>
            <a:off x="9368028" y="3758184"/>
            <a:ext cx="237744" cy="237744"/>
          </a:xfrm>
          <a:prstGeom prst="rect">
            <a:avLst/>
          </a:prstGeom>
        </p:spPr>
      </p:pic>
      <p:sp>
        <p:nvSpPr>
          <p:cNvPr id="36" name="text_85"/>
          <p:cNvSpPr txBox="1"/>
          <p:nvPr/>
        </p:nvSpPr>
        <p:spPr>
          <a:xfrm>
            <a:off x="9660636" y="3739896"/>
            <a:ext cx="562356" cy="274320"/>
          </a:xfrm>
          <a:prstGeom prst="rect">
            <a:avLst/>
          </a:prstGeom>
          <a:noFill/>
          <a:ln/>
        </p:spPr>
        <p:txBody>
          <a:bodyPr wrap="square" lIns="0" tIns="0" rIns="0" bIns="0" rtlCol="0" anchor="ctr"/>
          <a:lstStyle/>
          <a:p>
            <a:pPr indent="0" marL="0">
              <a:buNone/>
            </a:pPr>
            <a:r>
              <a:rPr lang="en-US" sz="1000" dirty="0">
                <a:solidFill>
                  <a:schemeClr val="accent4"/>
                </a:solidFill>
              </a:rPr>
              <a:t>Sleep</a:t>
            </a:r>
            <a:endParaRPr lang="en-US" sz="1000" dirty="0"/>
          </a:p>
        </p:txBody>
      </p:sp>
      <p:sp>
        <p:nvSpPr>
          <p:cNvPr id="37" name="text_86"/>
          <p:cNvSpPr txBox="1"/>
          <p:nvPr/>
        </p:nvSpPr>
        <p:spPr>
          <a:xfrm>
            <a:off x="9368028" y="4032504"/>
            <a:ext cx="882396" cy="3200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7h 40m</a:t>
            </a:r>
            <a:endParaRPr lang="en-US" sz="1400" dirty="0"/>
          </a:p>
        </p:txBody>
      </p:sp>
      <p:sp>
        <p:nvSpPr>
          <p:cNvPr id="38" name="shape_87"/>
          <p:cNvSpPr/>
          <p:nvPr/>
        </p:nvSpPr>
        <p:spPr>
          <a:xfrm>
            <a:off x="8129016" y="4507992"/>
            <a:ext cx="2167128" cy="658368"/>
          </a:xfrm>
          <a:prstGeom prst="roundRect">
            <a:avLst>
              <a:gd name="adj" fmla="val 16667"/>
            </a:avLst>
          </a:prstGeom>
          <a:solidFill>
            <a:schemeClr val="accent2">
              <a:alpha val="14000"/>
            </a:schemeClr>
          </a:solidFill>
          <a:ln/>
        </p:spPr>
      </p:sp>
      <p:pic>
        <p:nvPicPr>
          <p:cNvPr id="39" name="icon_88" descr="BellRing icon">    </p:cNvPr>
          <p:cNvPicPr>
            <a:picLocks noChangeAspect="1"/>
          </p:cNvPicPr>
          <p:nvPr/>
        </p:nvPicPr>
        <p:blipFill>
          <a:blip r:embed="rId6"/>
          <a:stretch>
            <a:fillRect/>
          </a:stretch>
        </p:blipFill>
        <p:spPr>
          <a:xfrm>
            <a:off x="8220456" y="4617720"/>
            <a:ext cx="256032" cy="256032"/>
          </a:xfrm>
          <a:prstGeom prst="rect">
            <a:avLst/>
          </a:prstGeom>
        </p:spPr>
      </p:pic>
      <p:sp>
        <p:nvSpPr>
          <p:cNvPr id="40" name="text_89"/>
          <p:cNvSpPr txBox="1"/>
          <p:nvPr/>
        </p:nvSpPr>
        <p:spPr>
          <a:xfrm>
            <a:off x="8549640" y="4544568"/>
            <a:ext cx="1673352" cy="585216"/>
          </a:xfrm>
          <a:prstGeom prst="rect">
            <a:avLst/>
          </a:prstGeom>
          <a:noFill/>
          <a:ln/>
        </p:spPr>
        <p:txBody>
          <a:bodyPr wrap="square" lIns="0" tIns="0" rIns="0" bIns="0" rtlCol="0" anchor="ctr"/>
          <a:lstStyle/>
          <a:p>
            <a:pPr indent="0" marL="0">
              <a:buNone/>
            </a:pPr>
            <a:r>
              <a:rPr lang="en-US" sz="1000" dirty="0">
                <a:solidFill>
                  <a:schemeClr val="tx1"/>
                </a:solidFill>
              </a:rPr>
              <a:t>Big meal after 8 PM? Try a lighter snack tonight.</a:t>
            </a:r>
            <a:endParaRPr lang="en-US" sz="1000" dirty="0"/>
          </a:p>
        </p:txBody>
      </p:sp>
      <p:pic>
        <p:nvPicPr>
          <p:cNvPr id="41" name="icon_90" descr="Flame icon">    </p:cNvPr>
          <p:cNvPicPr>
            <a:picLocks noChangeAspect="1"/>
          </p:cNvPicPr>
          <p:nvPr/>
        </p:nvPicPr>
        <p:blipFill>
          <a:blip r:embed="rId7"/>
          <a:stretch>
            <a:fillRect/>
          </a:stretch>
        </p:blipFill>
        <p:spPr>
          <a:xfrm>
            <a:off x="8147304" y="5276088"/>
            <a:ext cx="237744" cy="237744"/>
          </a:xfrm>
          <a:prstGeom prst="rect">
            <a:avLst/>
          </a:prstGeom>
        </p:spPr>
      </p:pic>
      <p:sp>
        <p:nvSpPr>
          <p:cNvPr id="42" name="text_91"/>
          <p:cNvSpPr txBox="1"/>
          <p:nvPr/>
        </p:nvSpPr>
        <p:spPr>
          <a:xfrm>
            <a:off x="8458200" y="5257800"/>
            <a:ext cx="1801368" cy="274320"/>
          </a:xfrm>
          <a:prstGeom prst="rect">
            <a:avLst/>
          </a:prstGeom>
          <a:noFill/>
          <a:ln/>
        </p:spPr>
        <p:txBody>
          <a:bodyPr wrap="square" lIns="0" tIns="0" rIns="0" bIns="0" rtlCol="0" anchor="ctr"/>
          <a:lstStyle/>
          <a:p>
            <a:pPr indent="0" marL="0">
              <a:buNone/>
            </a:pPr>
            <a:r>
              <a:rPr lang="en-US" sz="1000" b="1" dirty="0">
                <a:solidFill>
                  <a:schemeClr val="tx1"/>
                </a:solidFill>
              </a:rPr>
              <a:t>12-day logging streak</a:t>
            </a:r>
            <a:endParaRPr lang="en-US" sz="1000" dirty="0"/>
          </a:p>
        </p:txBody>
      </p:sp>
      <p:pic>
        <p:nvPicPr>
          <p:cNvPr id="43" name="icon_92" descr="House icon">    </p:cNvPr>
          <p:cNvPicPr>
            <a:picLocks noChangeAspect="1"/>
          </p:cNvPicPr>
          <p:nvPr/>
        </p:nvPicPr>
        <p:blipFill>
          <a:blip r:embed="rId8"/>
          <a:stretch>
            <a:fillRect/>
          </a:stretch>
        </p:blipFill>
        <p:spPr>
          <a:xfrm>
            <a:off x="8236001" y="5833872"/>
            <a:ext cx="219456" cy="219456"/>
          </a:xfrm>
          <a:prstGeom prst="rect">
            <a:avLst/>
          </a:prstGeom>
        </p:spPr>
      </p:pic>
      <p:pic>
        <p:nvPicPr>
          <p:cNvPr id="44" name="icon_93" descr="NotebookPen icon">    </p:cNvPr>
          <p:cNvPicPr>
            <a:picLocks noChangeAspect="1"/>
          </p:cNvPicPr>
          <p:nvPr/>
        </p:nvPicPr>
        <p:blipFill>
          <a:blip r:embed="rId9"/>
          <a:stretch>
            <a:fillRect/>
          </a:stretch>
        </p:blipFill>
        <p:spPr>
          <a:xfrm>
            <a:off x="8669426" y="5833872"/>
            <a:ext cx="219456" cy="219456"/>
          </a:xfrm>
          <a:prstGeom prst="rect">
            <a:avLst/>
          </a:prstGeom>
        </p:spPr>
      </p:pic>
      <p:pic>
        <p:nvPicPr>
          <p:cNvPr id="45" name="icon_94" descr="ChartColumn icon">    </p:cNvPr>
          <p:cNvPicPr>
            <a:picLocks noChangeAspect="1"/>
          </p:cNvPicPr>
          <p:nvPr/>
        </p:nvPicPr>
        <p:blipFill>
          <a:blip r:embed="rId10"/>
          <a:stretch>
            <a:fillRect/>
          </a:stretch>
        </p:blipFill>
        <p:spPr>
          <a:xfrm>
            <a:off x="9102852" y="5833872"/>
            <a:ext cx="219456" cy="219456"/>
          </a:xfrm>
          <a:prstGeom prst="rect">
            <a:avLst/>
          </a:prstGeom>
        </p:spPr>
      </p:pic>
      <p:pic>
        <p:nvPicPr>
          <p:cNvPr id="46" name="icon_95" descr="BookOpen icon">    </p:cNvPr>
          <p:cNvPicPr>
            <a:picLocks noChangeAspect="1"/>
          </p:cNvPicPr>
          <p:nvPr/>
        </p:nvPicPr>
        <p:blipFill>
          <a:blip r:embed="rId11"/>
          <a:stretch>
            <a:fillRect/>
          </a:stretch>
        </p:blipFill>
        <p:spPr>
          <a:xfrm>
            <a:off x="9536278" y="5833872"/>
            <a:ext cx="219456" cy="219456"/>
          </a:xfrm>
          <a:prstGeom prst="rect">
            <a:avLst/>
          </a:prstGeom>
        </p:spPr>
      </p:pic>
      <p:pic>
        <p:nvPicPr>
          <p:cNvPr id="47" name="icon_96" descr="User icon">    </p:cNvPr>
          <p:cNvPicPr>
            <a:picLocks noChangeAspect="1"/>
          </p:cNvPicPr>
          <p:nvPr/>
        </p:nvPicPr>
        <p:blipFill>
          <a:blip r:embed="rId12"/>
          <a:stretch>
            <a:fillRect/>
          </a:stretch>
        </p:blipFill>
        <p:spPr>
          <a:xfrm>
            <a:off x="9969703" y="5833872"/>
            <a:ext cx="219456" cy="219456"/>
          </a:xfrm>
          <a:prstGeom prst="rect">
            <a:avLst/>
          </a:prstGeom>
        </p:spPr>
      </p:pic>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additive="base">
                                        <p:cTn id="8"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600" fill="hold" decel="100000"/>
                                        <p:tgtEl>
                                          <p:spTgt spid="6"/>
                                        </p:tgtEl>
                                        <p:attrNameLst>
                                          <p:attrName>ppt_y</p:attrName>
                                        </p:attrNameLst>
                                      </p:cBhvr>
                                      <p:tavLst>
                                        <p:tav tm="0">
                                          <p:val>
                                            <p:strVal val="#ppt_y+0.05"/>
                                          </p:val>
                                        </p:tav>
                                        <p:tav tm="100000">
                                          <p:val>
                                            <p:strVal val="#ppt_y"/>
                                          </p:val>
                                        </p:tav>
                                      </p:tavLst>
                                    </p:anim>
                                  </p:childTnLst>
                                </p:cTn>
                              </p:par>
                              <p:par>
                                <p:cTn id="10" presetID="42" presetClass="entr" presetSubtype="0" fill="hold" grpId="0" nodeType="withEffect">
                                  <p:stCondLst>
                                    <p:cond delay="20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700"/>
                                        <p:tgtEl>
                                          <p:spTgt spid="19"/>
                                        </p:tgtEl>
                                      </p:cBhvr>
                                    </p:animEffect>
                                    <p:anim calcmode="lin" valueType="num">
                                      <p:cBhvr additive="base">
                                        <p:cTn id="13" dur="700" fill="hold" decel="100000"/>
                                        <p:tgtEl>
                                          <p:spTgt spid="19"/>
                                        </p:tgtEl>
                                        <p:attrNameLst>
                                          <p:attrName>ppt_x</p:attrName>
                                        </p:attrNameLst>
                                      </p:cBhvr>
                                      <p:tavLst>
                                        <p:tav tm="0">
                                          <p:val>
                                            <p:strVal val="#ppt_x"/>
                                          </p:val>
                                        </p:tav>
                                        <p:tav tm="100000">
                                          <p:val>
                                            <p:strVal val="#ppt_x"/>
                                          </p:val>
                                        </p:tav>
                                      </p:tavLst>
                                    </p:anim>
                                    <p:anim calcmode="lin" valueType="num">
                                      <p:cBhvr additive="base">
                                        <p:cTn id="14" dur="700" fill="hold" decel="100000"/>
                                        <p:tgtEl>
                                          <p:spTgt spid="19"/>
                                        </p:tgtEl>
                                        <p:attrNameLst>
                                          <p:attrName>ppt_y</p:attrName>
                                        </p:attrNameLst>
                                      </p:cBhvr>
                                      <p:tavLst>
                                        <p:tav tm="0">
                                          <p:val>
                                            <p:strVal val="#ppt_y+0.05"/>
                                          </p:val>
                                        </p:tav>
                                        <p:tav tm="100000">
                                          <p:val>
                                            <p:strVal val="#ppt_y"/>
                                          </p:val>
                                        </p:tav>
                                      </p:tavLst>
                                    </p:anim>
                                  </p:childTnLst>
                                </p:cTn>
                              </p:par>
                              <p:par>
                                <p:cTn id="15" presetID="42" presetClass="entr" presetSubtype="0" fill="hold" grpId="0" nodeType="withEffect">
                                  <p:stCondLst>
                                    <p:cond delay="20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700"/>
                                        <p:tgtEl>
                                          <p:spTgt spid="20"/>
                                        </p:tgtEl>
                                      </p:cBhvr>
                                    </p:animEffect>
                                    <p:anim calcmode="lin" valueType="num">
                                      <p:cBhvr additive="base">
                                        <p:cTn id="18" dur="700" fill="hold" decel="100000"/>
                                        <p:tgtEl>
                                          <p:spTgt spid="20"/>
                                        </p:tgtEl>
                                        <p:attrNameLst>
                                          <p:attrName>ppt_x</p:attrName>
                                        </p:attrNameLst>
                                      </p:cBhvr>
                                      <p:tavLst>
                                        <p:tav tm="0">
                                          <p:val>
                                            <p:strVal val="#ppt_x"/>
                                          </p:val>
                                        </p:tav>
                                        <p:tav tm="100000">
                                          <p:val>
                                            <p:strVal val="#ppt_x"/>
                                          </p:val>
                                        </p:tav>
                                      </p:tavLst>
                                    </p:anim>
                                    <p:anim calcmode="lin" valueType="num">
                                      <p:cBhvr additive="base">
                                        <p:cTn id="19" dur="700" fill="hold" decel="100000"/>
                                        <p:tgtEl>
                                          <p:spTgt spid="20"/>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2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700"/>
                                        <p:tgtEl>
                                          <p:spTgt spid="21"/>
                                        </p:tgtEl>
                                      </p:cBhvr>
                                    </p:animEffect>
                                    <p:anim calcmode="lin" valueType="num">
                                      <p:cBhvr additive="base">
                                        <p:cTn id="23" dur="700" fill="hold" decel="100000"/>
                                        <p:tgtEl>
                                          <p:spTgt spid="21"/>
                                        </p:tgtEl>
                                        <p:attrNameLst>
                                          <p:attrName>ppt_x</p:attrName>
                                        </p:attrNameLst>
                                      </p:cBhvr>
                                      <p:tavLst>
                                        <p:tav tm="0">
                                          <p:val>
                                            <p:strVal val="#ppt_x"/>
                                          </p:val>
                                        </p:tav>
                                        <p:tav tm="100000">
                                          <p:val>
                                            <p:strVal val="#ppt_x"/>
                                          </p:val>
                                        </p:tav>
                                      </p:tavLst>
                                    </p:anim>
                                    <p:anim calcmode="lin" valueType="num">
                                      <p:cBhvr additive="base">
                                        <p:cTn id="24" dur="700" fill="hold" decel="100000"/>
                                        <p:tgtEl>
                                          <p:spTgt spid="21"/>
                                        </p:tgtEl>
                                        <p:attrNameLst>
                                          <p:attrName>ppt_y</p:attrName>
                                        </p:attrNameLst>
                                      </p:cBhvr>
                                      <p:tavLst>
                                        <p:tav tm="0">
                                          <p:val>
                                            <p:strVal val="#ppt_y+0.05"/>
                                          </p:val>
                                        </p:tav>
                                        <p:tav tm="100000">
                                          <p:val>
                                            <p:strVal val="#ppt_y"/>
                                          </p:val>
                                        </p:tav>
                                      </p:tavLst>
                                    </p:anim>
                                  </p:childTnLst>
                                </p:cTn>
                              </p:par>
                              <p:par>
                                <p:cTn id="25" presetID="53" presetClass="entr" presetSubtype="16" fill="hold" grpId="0" nodeType="withEffect">
                                  <p:stCondLst>
                                    <p:cond delay="35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450" fill="hold" decel="100000"/>
                                        <p:tgtEl>
                                          <p:spTgt spid="7"/>
                                        </p:tgtEl>
                                        <p:attrNameLst>
                                          <p:attrName>ppt_w</p:attrName>
                                        </p:attrNameLst>
                                      </p:cBhvr>
                                      <p:tavLst>
                                        <p:tav tm="0">
                                          <p:val>
                                            <p:strVal val="0"/>
                                          </p:val>
                                        </p:tav>
                                        <p:tav tm="100000">
                                          <p:val>
                                            <p:strVal val="#ppt_w"/>
                                          </p:val>
                                        </p:tav>
                                      </p:tavLst>
                                    </p:anim>
                                    <p:anim calcmode="lin" valueType="num">
                                      <p:cBhvr additive="base">
                                        <p:cTn id="28" dur="450" fill="hold" decel="100000"/>
                                        <p:tgtEl>
                                          <p:spTgt spid="7"/>
                                        </p:tgtEl>
                                        <p:attrNameLst>
                                          <p:attrName>ppt_h</p:attrName>
                                        </p:attrNameLst>
                                      </p:cBhvr>
                                      <p:tavLst>
                                        <p:tav tm="0">
                                          <p:val>
                                            <p:strVal val="0"/>
                                          </p:val>
                                        </p:tav>
                                        <p:tav tm="100000">
                                          <p:val>
                                            <p:strVal val="#ppt_h"/>
                                          </p:val>
                                        </p:tav>
                                      </p:tavLst>
                                    </p:anim>
                                    <p:animEffect transition="in" filter="fade">
                                      <p:cBhvr>
                                        <p:cTn id="29" dur="450"/>
                                        <p:tgtEl>
                                          <p:spTgt spid="7"/>
                                        </p:tgtEl>
                                      </p:cBhvr>
                                    </p:animEffect>
                                  </p:childTnLst>
                                </p:cTn>
                              </p:par>
                              <p:par>
                                <p:cTn id="30" presetID="53" presetClass="entr" presetSubtype="16" fill="hold" grpId="0" nodeType="withEffect">
                                  <p:stCondLst>
                                    <p:cond delay="35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450" fill="hold" decel="100000"/>
                                        <p:tgtEl>
                                          <p:spTgt spid="8"/>
                                        </p:tgtEl>
                                        <p:attrNameLst>
                                          <p:attrName>ppt_w</p:attrName>
                                        </p:attrNameLst>
                                      </p:cBhvr>
                                      <p:tavLst>
                                        <p:tav tm="0">
                                          <p:val>
                                            <p:strVal val="0"/>
                                          </p:val>
                                        </p:tav>
                                        <p:tav tm="100000">
                                          <p:val>
                                            <p:strVal val="#ppt_w"/>
                                          </p:val>
                                        </p:tav>
                                      </p:tavLst>
                                    </p:anim>
                                    <p:anim calcmode="lin" valueType="num">
                                      <p:cBhvr additive="base">
                                        <p:cTn id="33" dur="450" fill="hold" decel="100000"/>
                                        <p:tgtEl>
                                          <p:spTgt spid="8"/>
                                        </p:tgtEl>
                                        <p:attrNameLst>
                                          <p:attrName>ppt_h</p:attrName>
                                        </p:attrNameLst>
                                      </p:cBhvr>
                                      <p:tavLst>
                                        <p:tav tm="0">
                                          <p:val>
                                            <p:strVal val="0"/>
                                          </p:val>
                                        </p:tav>
                                        <p:tav tm="100000">
                                          <p:val>
                                            <p:strVal val="#ppt_h"/>
                                          </p:val>
                                        </p:tav>
                                      </p:tavLst>
                                    </p:anim>
                                    <p:animEffect transition="in" filter="fade">
                                      <p:cBhvr>
                                        <p:cTn id="34" dur="450"/>
                                        <p:tgtEl>
                                          <p:spTgt spid="8"/>
                                        </p:tgtEl>
                                      </p:cBhvr>
                                    </p:animEffect>
                                  </p:childTnLst>
                                </p:cTn>
                              </p:par>
                              <p:par>
                                <p:cTn id="35" presetID="42" presetClass="entr" presetSubtype="0" fill="hold" grpId="0" nodeType="withEffect">
                                  <p:stCondLst>
                                    <p:cond delay="43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50"/>
                                        <p:tgtEl>
                                          <p:spTgt spid="9"/>
                                        </p:tgtEl>
                                      </p:cBhvr>
                                    </p:animEffect>
                                    <p:anim calcmode="lin" valueType="num">
                                      <p:cBhvr additive="base">
                                        <p:cTn id="38"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39" dur="450" fill="hold" decel="100000"/>
                                        <p:tgtEl>
                                          <p:spTgt spid="9"/>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p:stCondLst>
                                    <p:cond delay="51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50"/>
                                        <p:tgtEl>
                                          <p:spTgt spid="10"/>
                                        </p:tgtEl>
                                      </p:cBhvr>
                                    </p:animEffect>
                                    <p:anim calcmode="lin" valueType="num">
                                      <p:cBhvr additive="base">
                                        <p:cTn id="43" dur="450" fill="hold" decel="100000"/>
                                        <p:tgtEl>
                                          <p:spTgt spid="10"/>
                                        </p:tgtEl>
                                        <p:attrNameLst>
                                          <p:attrName>ppt_x</p:attrName>
                                        </p:attrNameLst>
                                      </p:cBhvr>
                                      <p:tavLst>
                                        <p:tav tm="0">
                                          <p:val>
                                            <p:strVal val="#ppt_x"/>
                                          </p:val>
                                        </p:tav>
                                        <p:tav tm="100000">
                                          <p:val>
                                            <p:strVal val="#ppt_x"/>
                                          </p:val>
                                        </p:tav>
                                      </p:tavLst>
                                    </p:anim>
                                    <p:anim calcmode="lin" valueType="num">
                                      <p:cBhvr additive="base">
                                        <p:cTn id="44" dur="450" fill="hold" decel="100000"/>
                                        <p:tgtEl>
                                          <p:spTgt spid="10"/>
                                        </p:tgtEl>
                                        <p:attrNameLst>
                                          <p:attrName>ppt_y</p:attrName>
                                        </p:attrNameLst>
                                      </p:cBhvr>
                                      <p:tavLst>
                                        <p:tav tm="0">
                                          <p:val>
                                            <p:strVal val="#ppt_y+0.05"/>
                                          </p:val>
                                        </p:tav>
                                        <p:tav tm="100000">
                                          <p:val>
                                            <p:strVal val="#ppt_y"/>
                                          </p:val>
                                        </p:tav>
                                      </p:tavLst>
                                    </p:anim>
                                  </p:childTnLst>
                                </p:cTn>
                              </p:par>
                              <p:par>
                                <p:cTn id="45" presetID="53" presetClass="entr" presetSubtype="16" fill="hold" grpId="0" nodeType="withEffect">
                                  <p:stCondLst>
                                    <p:cond delay="6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450" fill="hold" decel="100000"/>
                                        <p:tgtEl>
                                          <p:spTgt spid="11"/>
                                        </p:tgtEl>
                                        <p:attrNameLst>
                                          <p:attrName>ppt_w</p:attrName>
                                        </p:attrNameLst>
                                      </p:cBhvr>
                                      <p:tavLst>
                                        <p:tav tm="0">
                                          <p:val>
                                            <p:strVal val="0"/>
                                          </p:val>
                                        </p:tav>
                                        <p:tav tm="100000">
                                          <p:val>
                                            <p:strVal val="#ppt_w"/>
                                          </p:val>
                                        </p:tav>
                                      </p:tavLst>
                                    </p:anim>
                                    <p:anim calcmode="lin" valueType="num">
                                      <p:cBhvr additive="base">
                                        <p:cTn id="48" dur="450" fill="hold" decel="100000"/>
                                        <p:tgtEl>
                                          <p:spTgt spid="11"/>
                                        </p:tgtEl>
                                        <p:attrNameLst>
                                          <p:attrName>ppt_h</p:attrName>
                                        </p:attrNameLst>
                                      </p:cBhvr>
                                      <p:tavLst>
                                        <p:tav tm="0">
                                          <p:val>
                                            <p:strVal val="0"/>
                                          </p:val>
                                        </p:tav>
                                        <p:tav tm="100000">
                                          <p:val>
                                            <p:strVal val="#ppt_h"/>
                                          </p:val>
                                        </p:tav>
                                      </p:tavLst>
                                    </p:anim>
                                    <p:animEffect transition="in" filter="fade">
                                      <p:cBhvr>
                                        <p:cTn id="49" dur="450"/>
                                        <p:tgtEl>
                                          <p:spTgt spid="11"/>
                                        </p:tgtEl>
                                      </p:cBhvr>
                                    </p:animEffect>
                                  </p:childTnLst>
                                </p:cTn>
                              </p:par>
                              <p:par>
                                <p:cTn id="50" presetID="53" presetClass="entr" presetSubtype="16" fill="hold" grpId="0" nodeType="withEffect">
                                  <p:stCondLst>
                                    <p:cond delay="60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450" fill="hold" decel="100000"/>
                                        <p:tgtEl>
                                          <p:spTgt spid="12"/>
                                        </p:tgtEl>
                                        <p:attrNameLst>
                                          <p:attrName>ppt_w</p:attrName>
                                        </p:attrNameLst>
                                      </p:cBhvr>
                                      <p:tavLst>
                                        <p:tav tm="0">
                                          <p:val>
                                            <p:strVal val="0"/>
                                          </p:val>
                                        </p:tav>
                                        <p:tav tm="100000">
                                          <p:val>
                                            <p:strVal val="#ppt_w"/>
                                          </p:val>
                                        </p:tav>
                                      </p:tavLst>
                                    </p:anim>
                                    <p:anim calcmode="lin" valueType="num">
                                      <p:cBhvr additive="base">
                                        <p:cTn id="53" dur="450" fill="hold" decel="100000"/>
                                        <p:tgtEl>
                                          <p:spTgt spid="12"/>
                                        </p:tgtEl>
                                        <p:attrNameLst>
                                          <p:attrName>ppt_h</p:attrName>
                                        </p:attrNameLst>
                                      </p:cBhvr>
                                      <p:tavLst>
                                        <p:tav tm="0">
                                          <p:val>
                                            <p:strVal val="0"/>
                                          </p:val>
                                        </p:tav>
                                        <p:tav tm="100000">
                                          <p:val>
                                            <p:strVal val="#ppt_h"/>
                                          </p:val>
                                        </p:tav>
                                      </p:tavLst>
                                    </p:anim>
                                    <p:animEffect transition="in" filter="fade">
                                      <p:cBhvr>
                                        <p:cTn id="54" dur="450"/>
                                        <p:tgtEl>
                                          <p:spTgt spid="12"/>
                                        </p:tgtEl>
                                      </p:cBhvr>
                                    </p:animEffect>
                                  </p:childTnLst>
                                </p:cTn>
                              </p:par>
                              <p:par>
                                <p:cTn id="55" presetID="42" presetClass="entr" presetSubtype="0" fill="hold" grpId="0" nodeType="withEffect">
                                  <p:stCondLst>
                                    <p:cond delay="68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450"/>
                                        <p:tgtEl>
                                          <p:spTgt spid="13"/>
                                        </p:tgtEl>
                                      </p:cBhvr>
                                    </p:animEffect>
                                    <p:anim calcmode="lin" valueType="num">
                                      <p:cBhvr additive="base">
                                        <p:cTn id="58" dur="450" fill="hold" decel="100000"/>
                                        <p:tgtEl>
                                          <p:spTgt spid="13"/>
                                        </p:tgtEl>
                                        <p:attrNameLst>
                                          <p:attrName>ppt_x</p:attrName>
                                        </p:attrNameLst>
                                      </p:cBhvr>
                                      <p:tavLst>
                                        <p:tav tm="0">
                                          <p:val>
                                            <p:strVal val="#ppt_x"/>
                                          </p:val>
                                        </p:tav>
                                        <p:tav tm="100000">
                                          <p:val>
                                            <p:strVal val="#ppt_x"/>
                                          </p:val>
                                        </p:tav>
                                      </p:tavLst>
                                    </p:anim>
                                    <p:anim calcmode="lin" valueType="num">
                                      <p:cBhvr additive="base">
                                        <p:cTn id="59" dur="450" fill="hold" decel="100000"/>
                                        <p:tgtEl>
                                          <p:spTgt spid="13"/>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76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50"/>
                                        <p:tgtEl>
                                          <p:spTgt spid="14"/>
                                        </p:tgtEl>
                                      </p:cBhvr>
                                    </p:animEffect>
                                    <p:anim calcmode="lin" valueType="num">
                                      <p:cBhvr additive="base">
                                        <p:cTn id="63" dur="450" fill="hold" decel="100000"/>
                                        <p:tgtEl>
                                          <p:spTgt spid="14"/>
                                        </p:tgtEl>
                                        <p:attrNameLst>
                                          <p:attrName>ppt_x</p:attrName>
                                        </p:attrNameLst>
                                      </p:cBhvr>
                                      <p:tavLst>
                                        <p:tav tm="0">
                                          <p:val>
                                            <p:strVal val="#ppt_x"/>
                                          </p:val>
                                        </p:tav>
                                        <p:tav tm="100000">
                                          <p:val>
                                            <p:strVal val="#ppt_x"/>
                                          </p:val>
                                        </p:tav>
                                      </p:tavLst>
                                    </p:anim>
                                    <p:anim calcmode="lin" valueType="num">
                                      <p:cBhvr additive="base">
                                        <p:cTn id="64" dur="450" fill="hold" decel="100000"/>
                                        <p:tgtEl>
                                          <p:spTgt spid="14"/>
                                        </p:tgtEl>
                                        <p:attrNameLst>
                                          <p:attrName>ppt_y</p:attrName>
                                        </p:attrNameLst>
                                      </p:cBhvr>
                                      <p:tavLst>
                                        <p:tav tm="0">
                                          <p:val>
                                            <p:strVal val="#ppt_y+0.05"/>
                                          </p:val>
                                        </p:tav>
                                        <p:tav tm="100000">
                                          <p:val>
                                            <p:strVal val="#ppt_y"/>
                                          </p:val>
                                        </p:tav>
                                      </p:tavLst>
                                    </p:anim>
                                  </p:childTnLst>
                                </p:cTn>
                              </p:par>
                              <p:par>
                                <p:cTn id="65" presetID="10" presetClass="entr" presetSubtype="0" fill="hold" grpId="0" nodeType="withEffect">
                                  <p:stCondLst>
                                    <p:cond delay="80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00"/>
                                        <p:tgtEl>
                                          <p:spTgt spid="22"/>
                                        </p:tgtEl>
                                      </p:cBhvr>
                                    </p:animEffect>
                                  </p:childTnLst>
                                </p:cTn>
                              </p:par>
                              <p:par>
                                <p:cTn id="68" presetID="10" presetClass="entr" presetSubtype="0" fill="hold" grpId="0" nodeType="withEffect">
                                  <p:stCondLst>
                                    <p:cond delay="80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00"/>
                                        <p:tgtEl>
                                          <p:spTgt spid="23"/>
                                        </p:tgtEl>
                                      </p:cBhvr>
                                    </p:animEffect>
                                  </p:childTnLst>
                                </p:cTn>
                              </p:par>
                              <p:par>
                                <p:cTn id="71" presetID="53" presetClass="entr" presetSubtype="16" fill="hold" grpId="0" nodeType="withEffect">
                                  <p:stCondLst>
                                    <p:cond delay="850"/>
                                  </p:stCondLst>
                                  <p:childTnLst>
                                    <p:set>
                                      <p:cBhvr>
                                        <p:cTn id="72" dur="1" fill="hold">
                                          <p:stCondLst>
                                            <p:cond delay="0"/>
                                          </p:stCondLst>
                                        </p:cTn>
                                        <p:tgtEl>
                                          <p:spTgt spid="15"/>
                                        </p:tgtEl>
                                        <p:attrNameLst>
                                          <p:attrName>style.visibility</p:attrName>
                                        </p:attrNameLst>
                                      </p:cBhvr>
                                      <p:to>
                                        <p:strVal val="visible"/>
                                      </p:to>
                                    </p:set>
                                    <p:anim calcmode="lin" valueType="num">
                                      <p:cBhvr additive="base">
                                        <p:cTn id="73" dur="450" fill="hold" decel="100000"/>
                                        <p:tgtEl>
                                          <p:spTgt spid="15"/>
                                        </p:tgtEl>
                                        <p:attrNameLst>
                                          <p:attrName>ppt_w</p:attrName>
                                        </p:attrNameLst>
                                      </p:cBhvr>
                                      <p:tavLst>
                                        <p:tav tm="0">
                                          <p:val>
                                            <p:strVal val="0"/>
                                          </p:val>
                                        </p:tav>
                                        <p:tav tm="100000">
                                          <p:val>
                                            <p:strVal val="#ppt_w"/>
                                          </p:val>
                                        </p:tav>
                                      </p:tavLst>
                                    </p:anim>
                                    <p:anim calcmode="lin" valueType="num">
                                      <p:cBhvr additive="base">
                                        <p:cTn id="74" dur="450" fill="hold" decel="100000"/>
                                        <p:tgtEl>
                                          <p:spTgt spid="15"/>
                                        </p:tgtEl>
                                        <p:attrNameLst>
                                          <p:attrName>ppt_h</p:attrName>
                                        </p:attrNameLst>
                                      </p:cBhvr>
                                      <p:tavLst>
                                        <p:tav tm="0">
                                          <p:val>
                                            <p:strVal val="0"/>
                                          </p:val>
                                        </p:tav>
                                        <p:tav tm="100000">
                                          <p:val>
                                            <p:strVal val="#ppt_h"/>
                                          </p:val>
                                        </p:tav>
                                      </p:tavLst>
                                    </p:anim>
                                    <p:animEffect transition="in" filter="fade">
                                      <p:cBhvr>
                                        <p:cTn id="75" dur="450"/>
                                        <p:tgtEl>
                                          <p:spTgt spid="15"/>
                                        </p:tgtEl>
                                      </p:cBhvr>
                                    </p:animEffect>
                                  </p:childTnLst>
                                </p:cTn>
                              </p:par>
                              <p:par>
                                <p:cTn id="76" presetID="53" presetClass="entr" presetSubtype="16" fill="hold" grpId="0" nodeType="withEffect">
                                  <p:stCondLst>
                                    <p:cond delay="850"/>
                                  </p:stCondLst>
                                  <p:childTnLst>
                                    <p:set>
                                      <p:cBhvr>
                                        <p:cTn id="77" dur="1" fill="hold">
                                          <p:stCondLst>
                                            <p:cond delay="0"/>
                                          </p:stCondLst>
                                        </p:cTn>
                                        <p:tgtEl>
                                          <p:spTgt spid="16"/>
                                        </p:tgtEl>
                                        <p:attrNameLst>
                                          <p:attrName>style.visibility</p:attrName>
                                        </p:attrNameLst>
                                      </p:cBhvr>
                                      <p:to>
                                        <p:strVal val="visible"/>
                                      </p:to>
                                    </p:set>
                                    <p:anim calcmode="lin" valueType="num">
                                      <p:cBhvr additive="base">
                                        <p:cTn id="78" dur="450" fill="hold" decel="100000"/>
                                        <p:tgtEl>
                                          <p:spTgt spid="16"/>
                                        </p:tgtEl>
                                        <p:attrNameLst>
                                          <p:attrName>ppt_w</p:attrName>
                                        </p:attrNameLst>
                                      </p:cBhvr>
                                      <p:tavLst>
                                        <p:tav tm="0">
                                          <p:val>
                                            <p:strVal val="0"/>
                                          </p:val>
                                        </p:tav>
                                        <p:tav tm="100000">
                                          <p:val>
                                            <p:strVal val="#ppt_w"/>
                                          </p:val>
                                        </p:tav>
                                      </p:tavLst>
                                    </p:anim>
                                    <p:anim calcmode="lin" valueType="num">
                                      <p:cBhvr additive="base">
                                        <p:cTn id="79" dur="450" fill="hold" decel="100000"/>
                                        <p:tgtEl>
                                          <p:spTgt spid="16"/>
                                        </p:tgtEl>
                                        <p:attrNameLst>
                                          <p:attrName>ppt_h</p:attrName>
                                        </p:attrNameLst>
                                      </p:cBhvr>
                                      <p:tavLst>
                                        <p:tav tm="0">
                                          <p:val>
                                            <p:strVal val="0"/>
                                          </p:val>
                                        </p:tav>
                                        <p:tav tm="100000">
                                          <p:val>
                                            <p:strVal val="#ppt_h"/>
                                          </p:val>
                                        </p:tav>
                                      </p:tavLst>
                                    </p:anim>
                                    <p:animEffect transition="in" filter="fade">
                                      <p:cBhvr>
                                        <p:cTn id="80" dur="450"/>
                                        <p:tgtEl>
                                          <p:spTgt spid="16"/>
                                        </p:tgtEl>
                                      </p:cBhvr>
                                    </p:animEffect>
                                  </p:childTnLst>
                                </p:cTn>
                              </p:par>
                              <p:par>
                                <p:cTn id="81" presetID="10" presetClass="entr" presetSubtype="0" fill="hold" grpId="0" nodeType="withEffect">
                                  <p:stCondLst>
                                    <p:cond delay="90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400"/>
                                        <p:tgtEl>
                                          <p:spTgt spid="24"/>
                                        </p:tgtEl>
                                      </p:cBhvr>
                                    </p:animEffect>
                                  </p:childTnLst>
                                </p:cTn>
                              </p:par>
                              <p:par>
                                <p:cTn id="84" presetID="42" presetClass="entr" presetSubtype="0" fill="hold" grpId="0" nodeType="withEffect">
                                  <p:stCondLst>
                                    <p:cond delay="930"/>
                                  </p:stCondLst>
                                  <p:childTnLst>
                                    <p:set>
                                      <p:cBhvr>
                                        <p:cTn id="85" dur="1" fill="hold">
                                          <p:stCondLst>
                                            <p:cond delay="0"/>
                                          </p:stCondLst>
                                        </p:cTn>
                                        <p:tgtEl>
                                          <p:spTgt spid="17"/>
                                        </p:tgtEl>
                                        <p:attrNameLst>
                                          <p:attrName>style.visibility</p:attrName>
                                        </p:attrNameLst>
                                      </p:cBhvr>
                                      <p:to>
                                        <p:strVal val="visible"/>
                                      </p:to>
                                    </p:set>
                                    <p:animEffect transition="in" filter="fade">
                                      <p:cBhvr>
                                        <p:cTn id="86" dur="450"/>
                                        <p:tgtEl>
                                          <p:spTgt spid="17"/>
                                        </p:tgtEl>
                                      </p:cBhvr>
                                    </p:animEffect>
                                    <p:anim calcmode="lin" valueType="num">
                                      <p:cBhvr additive="base">
                                        <p:cTn id="87"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88" dur="450" fill="hold" decel="100000"/>
                                        <p:tgtEl>
                                          <p:spTgt spid="17"/>
                                        </p:tgtEl>
                                        <p:attrNameLst>
                                          <p:attrName>ppt_y</p:attrName>
                                        </p:attrNameLst>
                                      </p:cBhvr>
                                      <p:tavLst>
                                        <p:tav tm="0">
                                          <p:val>
                                            <p:strVal val="#ppt_y+0.05"/>
                                          </p:val>
                                        </p:tav>
                                        <p:tav tm="100000">
                                          <p:val>
                                            <p:strVal val="#ppt_y"/>
                                          </p:val>
                                        </p:tav>
                                      </p:tavLst>
                                    </p:anim>
                                  </p:childTnLst>
                                </p:cTn>
                              </p:par>
                              <p:par>
                                <p:cTn id="89" presetID="42" presetClass="entr" presetSubtype="0" fill="hold" grpId="0" nodeType="withEffect">
                                  <p:stCondLst>
                                    <p:cond delay="101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450"/>
                                        <p:tgtEl>
                                          <p:spTgt spid="18"/>
                                        </p:tgtEl>
                                      </p:cBhvr>
                                    </p:animEffect>
                                    <p:anim calcmode="lin" valueType="num">
                                      <p:cBhvr additive="base">
                                        <p:cTn id="92"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93" dur="450" fill="hold" decel="100000"/>
                                        <p:tgtEl>
                                          <p:spTgt spid="18"/>
                                        </p:tgtEl>
                                        <p:attrNameLst>
                                          <p:attrName>ppt_y</p:attrName>
                                        </p:attrNameLst>
                                      </p:cBhvr>
                                      <p:tavLst>
                                        <p:tav tm="0">
                                          <p:val>
                                            <p:strVal val="#ppt_y+0.05"/>
                                          </p:val>
                                        </p:tav>
                                        <p:tav tm="100000">
                                          <p:val>
                                            <p:strVal val="#ppt_y"/>
                                          </p:val>
                                        </p:tav>
                                      </p:tavLst>
                                    </p:anim>
                                  </p:childTnLst>
                                </p:cTn>
                              </p:par>
                              <p:par>
                                <p:cTn id="94" presetID="21" presetClass="entr" presetSubtype="1" fill="hold" grpId="0" nodeType="withEffect">
                                  <p:stCondLst>
                                    <p:cond delay="1100"/>
                                  </p:stCondLst>
                                  <p:childTnLst>
                                    <p:set>
                                      <p:cBhvr>
                                        <p:cTn id="95" dur="1" fill="hold">
                                          <p:stCondLst>
                                            <p:cond delay="0"/>
                                          </p:stCondLst>
                                        </p:cTn>
                                        <p:tgtEl>
                                          <p:spTgt spid="25"/>
                                        </p:tgtEl>
                                        <p:attrNameLst>
                                          <p:attrName>style.visibility</p:attrName>
                                        </p:attrNameLst>
                                      </p:cBhvr>
                                      <p:to>
                                        <p:strVal val="visible"/>
                                      </p:to>
                                    </p:set>
                                    <p:animEffect transition="in" filter="wheel(1)">
                                      <p:cBhvr>
                                        <p:cTn id="96" dur="700"/>
                                        <p:tgtEl>
                                          <p:spTgt spid="25"/>
                                        </p:tgtEl>
                                      </p:cBhvr>
                                    </p:animEffect>
                                  </p:childTnLst>
                                </p:cTn>
                              </p:par>
                              <p:par>
                                <p:cTn id="97" presetID="53" presetClass="entr" presetSubtype="16" fill="hold" grpId="0" nodeType="withEffect">
                                  <p:stCondLst>
                                    <p:cond delay="13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450" fill="hold" decel="100000"/>
                                        <p:tgtEl>
                                          <p:spTgt spid="26"/>
                                        </p:tgtEl>
                                        <p:attrNameLst>
                                          <p:attrName>ppt_w</p:attrName>
                                        </p:attrNameLst>
                                      </p:cBhvr>
                                      <p:tavLst>
                                        <p:tav tm="0">
                                          <p:val>
                                            <p:strVal val="0"/>
                                          </p:val>
                                        </p:tav>
                                        <p:tav tm="100000">
                                          <p:val>
                                            <p:strVal val="#ppt_w"/>
                                          </p:val>
                                        </p:tav>
                                      </p:tavLst>
                                    </p:anim>
                                    <p:anim calcmode="lin" valueType="num">
                                      <p:cBhvr additive="base">
                                        <p:cTn id="100" dur="450" fill="hold" decel="100000"/>
                                        <p:tgtEl>
                                          <p:spTgt spid="26"/>
                                        </p:tgtEl>
                                        <p:attrNameLst>
                                          <p:attrName>ppt_h</p:attrName>
                                        </p:attrNameLst>
                                      </p:cBhvr>
                                      <p:tavLst>
                                        <p:tav tm="0">
                                          <p:val>
                                            <p:strVal val="0"/>
                                          </p:val>
                                        </p:tav>
                                        <p:tav tm="100000">
                                          <p:val>
                                            <p:strVal val="#ppt_h"/>
                                          </p:val>
                                        </p:tav>
                                      </p:tavLst>
                                    </p:anim>
                                    <p:animEffect transition="in" filter="fade">
                                      <p:cBhvr>
                                        <p:cTn id="101" dur="450"/>
                                        <p:tgtEl>
                                          <p:spTgt spid="26"/>
                                        </p:tgtEl>
                                      </p:cBhvr>
                                    </p:animEffect>
                                  </p:childTnLst>
                                </p:cTn>
                              </p:par>
                              <p:par>
                                <p:cTn id="102" presetID="10" presetClass="entr" presetSubtype="0" fill="hold" grpId="0" nodeType="withEffect">
                                  <p:stCondLst>
                                    <p:cond delay="135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400"/>
                                        <p:tgtEl>
                                          <p:spTgt spid="27"/>
                                        </p:tgtEl>
                                      </p:cBhvr>
                                    </p:animEffect>
                                  </p:childTnLst>
                                </p:cTn>
                              </p:par>
                              <p:par>
                                <p:cTn id="105" presetID="53" presetClass="entr" presetSubtype="16" fill="hold" grpId="0" nodeType="withEffect">
                                  <p:stCondLst>
                                    <p:cond delay="15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400" fill="hold" decel="100000"/>
                                        <p:tgtEl>
                                          <p:spTgt spid="28"/>
                                        </p:tgtEl>
                                        <p:attrNameLst>
                                          <p:attrName>ppt_w</p:attrName>
                                        </p:attrNameLst>
                                      </p:cBhvr>
                                      <p:tavLst>
                                        <p:tav tm="0">
                                          <p:val>
                                            <p:strVal val="0"/>
                                          </p:val>
                                        </p:tav>
                                        <p:tav tm="100000">
                                          <p:val>
                                            <p:strVal val="#ppt_w"/>
                                          </p:val>
                                        </p:tav>
                                      </p:tavLst>
                                    </p:anim>
                                    <p:anim calcmode="lin" valueType="num">
                                      <p:cBhvr additive="base">
                                        <p:cTn id="108" dur="400" fill="hold" decel="100000"/>
                                        <p:tgtEl>
                                          <p:spTgt spid="28"/>
                                        </p:tgtEl>
                                        <p:attrNameLst>
                                          <p:attrName>ppt_h</p:attrName>
                                        </p:attrNameLst>
                                      </p:cBhvr>
                                      <p:tavLst>
                                        <p:tav tm="0">
                                          <p:val>
                                            <p:strVal val="0"/>
                                          </p:val>
                                        </p:tav>
                                        <p:tav tm="100000">
                                          <p:val>
                                            <p:strVal val="#ppt_h"/>
                                          </p:val>
                                        </p:tav>
                                      </p:tavLst>
                                    </p:anim>
                                    <p:animEffect transition="in" filter="fade">
                                      <p:cBhvr>
                                        <p:cTn id="109" dur="400"/>
                                        <p:tgtEl>
                                          <p:spTgt spid="28"/>
                                        </p:tgtEl>
                                      </p:cBhvr>
                                    </p:animEffect>
                                  </p:childTnLst>
                                </p:cTn>
                              </p:par>
                              <p:par>
                                <p:cTn id="110" presetID="53" presetClass="entr" presetSubtype="16" fill="hold" grpId="0" nodeType="withEffect">
                                  <p:stCondLst>
                                    <p:cond delay="150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400" fill="hold" decel="100000"/>
                                        <p:tgtEl>
                                          <p:spTgt spid="29"/>
                                        </p:tgtEl>
                                        <p:attrNameLst>
                                          <p:attrName>ppt_w</p:attrName>
                                        </p:attrNameLst>
                                      </p:cBhvr>
                                      <p:tavLst>
                                        <p:tav tm="0">
                                          <p:val>
                                            <p:strVal val="0"/>
                                          </p:val>
                                        </p:tav>
                                        <p:tav tm="100000">
                                          <p:val>
                                            <p:strVal val="#ppt_w"/>
                                          </p:val>
                                        </p:tav>
                                      </p:tavLst>
                                    </p:anim>
                                    <p:anim calcmode="lin" valueType="num">
                                      <p:cBhvr additive="base">
                                        <p:cTn id="113" dur="400" fill="hold" decel="100000"/>
                                        <p:tgtEl>
                                          <p:spTgt spid="29"/>
                                        </p:tgtEl>
                                        <p:attrNameLst>
                                          <p:attrName>ppt_h</p:attrName>
                                        </p:attrNameLst>
                                      </p:cBhvr>
                                      <p:tavLst>
                                        <p:tav tm="0">
                                          <p:val>
                                            <p:strVal val="0"/>
                                          </p:val>
                                        </p:tav>
                                        <p:tav tm="100000">
                                          <p:val>
                                            <p:strVal val="#ppt_h"/>
                                          </p:val>
                                        </p:tav>
                                      </p:tavLst>
                                    </p:anim>
                                    <p:animEffect transition="in" filter="fade">
                                      <p:cBhvr>
                                        <p:cTn id="114" dur="400"/>
                                        <p:tgtEl>
                                          <p:spTgt spid="29"/>
                                        </p:tgtEl>
                                      </p:cBhvr>
                                    </p:animEffect>
                                  </p:childTnLst>
                                </p:cTn>
                              </p:par>
                              <p:par>
                                <p:cTn id="115" presetID="42" presetClass="entr" presetSubtype="0" fill="hold" grpId="0" nodeType="withEffect">
                                  <p:stCondLst>
                                    <p:cond delay="165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450"/>
                                        <p:tgtEl>
                                          <p:spTgt spid="30"/>
                                        </p:tgtEl>
                                      </p:cBhvr>
                                    </p:animEffect>
                                    <p:anim calcmode="lin" valueType="num">
                                      <p:cBhvr additive="base">
                                        <p:cTn id="118" dur="450" fill="hold" decel="100000"/>
                                        <p:tgtEl>
                                          <p:spTgt spid="30"/>
                                        </p:tgtEl>
                                        <p:attrNameLst>
                                          <p:attrName>ppt_x</p:attrName>
                                        </p:attrNameLst>
                                      </p:cBhvr>
                                      <p:tavLst>
                                        <p:tav tm="0">
                                          <p:val>
                                            <p:strVal val="#ppt_x"/>
                                          </p:val>
                                        </p:tav>
                                        <p:tav tm="100000">
                                          <p:val>
                                            <p:strVal val="#ppt_x"/>
                                          </p:val>
                                        </p:tav>
                                      </p:tavLst>
                                    </p:anim>
                                    <p:anim calcmode="lin" valueType="num">
                                      <p:cBhvr additive="base">
                                        <p:cTn id="119" dur="450" fill="hold" decel="100000"/>
                                        <p:tgtEl>
                                          <p:spTgt spid="30"/>
                                        </p:tgtEl>
                                        <p:attrNameLst>
                                          <p:attrName>ppt_y</p:attrName>
                                        </p:attrNameLst>
                                      </p:cBhvr>
                                      <p:tavLst>
                                        <p:tav tm="0">
                                          <p:val>
                                            <p:strVal val="#ppt_y+0.05"/>
                                          </p:val>
                                        </p:tav>
                                        <p:tav tm="100000">
                                          <p:val>
                                            <p:strVal val="#ppt_y"/>
                                          </p:val>
                                        </p:tav>
                                      </p:tavLst>
                                    </p:anim>
                                  </p:childTnLst>
                                </p:cTn>
                              </p:par>
                              <p:par>
                                <p:cTn id="120" presetID="42" presetClass="entr" presetSubtype="0" fill="hold" grpId="0" nodeType="withEffect">
                                  <p:stCondLst>
                                    <p:cond delay="1650"/>
                                  </p:stCondLst>
                                  <p:childTnLst>
                                    <p:set>
                                      <p:cBhvr>
                                        <p:cTn id="121" dur="1" fill="hold">
                                          <p:stCondLst>
                                            <p:cond delay="0"/>
                                          </p:stCondLst>
                                        </p:cTn>
                                        <p:tgtEl>
                                          <p:spTgt spid="31"/>
                                        </p:tgtEl>
                                        <p:attrNameLst>
                                          <p:attrName>style.visibility</p:attrName>
                                        </p:attrNameLst>
                                      </p:cBhvr>
                                      <p:to>
                                        <p:strVal val="visible"/>
                                      </p:to>
                                    </p:set>
                                    <p:animEffect transition="in" filter="fade">
                                      <p:cBhvr>
                                        <p:cTn id="122" dur="450"/>
                                        <p:tgtEl>
                                          <p:spTgt spid="31"/>
                                        </p:tgtEl>
                                      </p:cBhvr>
                                    </p:animEffect>
                                    <p:anim calcmode="lin" valueType="num">
                                      <p:cBhvr additive="base">
                                        <p:cTn id="123" dur="450" fill="hold" decel="100000"/>
                                        <p:tgtEl>
                                          <p:spTgt spid="31"/>
                                        </p:tgtEl>
                                        <p:attrNameLst>
                                          <p:attrName>ppt_x</p:attrName>
                                        </p:attrNameLst>
                                      </p:cBhvr>
                                      <p:tavLst>
                                        <p:tav tm="0">
                                          <p:val>
                                            <p:strVal val="#ppt_x"/>
                                          </p:val>
                                        </p:tav>
                                        <p:tav tm="100000">
                                          <p:val>
                                            <p:strVal val="#ppt_x"/>
                                          </p:val>
                                        </p:tav>
                                      </p:tavLst>
                                    </p:anim>
                                    <p:anim calcmode="lin" valueType="num">
                                      <p:cBhvr additive="base">
                                        <p:cTn id="124" dur="450" fill="hold" decel="100000"/>
                                        <p:tgtEl>
                                          <p:spTgt spid="31"/>
                                        </p:tgtEl>
                                        <p:attrNameLst>
                                          <p:attrName>ppt_y</p:attrName>
                                        </p:attrNameLst>
                                      </p:cBhvr>
                                      <p:tavLst>
                                        <p:tav tm="0">
                                          <p:val>
                                            <p:strVal val="#ppt_y+0.05"/>
                                          </p:val>
                                        </p:tav>
                                        <p:tav tm="100000">
                                          <p:val>
                                            <p:strVal val="#ppt_y"/>
                                          </p:val>
                                        </p:tav>
                                      </p:tavLst>
                                    </p:anim>
                                  </p:childTnLst>
                                </p:cTn>
                              </p:par>
                              <p:par>
                                <p:cTn id="125" presetID="42" presetClass="entr" presetSubtype="0" fill="hold" grpId="0" nodeType="withEffect">
                                  <p:stCondLst>
                                    <p:cond delay="165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450"/>
                                        <p:tgtEl>
                                          <p:spTgt spid="32"/>
                                        </p:tgtEl>
                                      </p:cBhvr>
                                    </p:animEffect>
                                    <p:anim calcmode="lin" valueType="num">
                                      <p:cBhvr additive="base">
                                        <p:cTn id="128" dur="450" fill="hold" decel="100000"/>
                                        <p:tgtEl>
                                          <p:spTgt spid="32"/>
                                        </p:tgtEl>
                                        <p:attrNameLst>
                                          <p:attrName>ppt_x</p:attrName>
                                        </p:attrNameLst>
                                      </p:cBhvr>
                                      <p:tavLst>
                                        <p:tav tm="0">
                                          <p:val>
                                            <p:strVal val="#ppt_x"/>
                                          </p:val>
                                        </p:tav>
                                        <p:tav tm="100000">
                                          <p:val>
                                            <p:strVal val="#ppt_x"/>
                                          </p:val>
                                        </p:tav>
                                      </p:tavLst>
                                    </p:anim>
                                    <p:anim calcmode="lin" valueType="num">
                                      <p:cBhvr additive="base">
                                        <p:cTn id="129" dur="450" fill="hold" decel="100000"/>
                                        <p:tgtEl>
                                          <p:spTgt spid="32"/>
                                        </p:tgtEl>
                                        <p:attrNameLst>
                                          <p:attrName>ppt_y</p:attrName>
                                        </p:attrNameLst>
                                      </p:cBhvr>
                                      <p:tavLst>
                                        <p:tav tm="0">
                                          <p:val>
                                            <p:strVal val="#ppt_y+0.05"/>
                                          </p:val>
                                        </p:tav>
                                        <p:tav tm="100000">
                                          <p:val>
                                            <p:strVal val="#ppt_y"/>
                                          </p:val>
                                        </p:tav>
                                      </p:tavLst>
                                    </p:anim>
                                  </p:childTnLst>
                                </p:cTn>
                              </p:par>
                              <p:par>
                                <p:cTn id="130" presetID="42" presetClass="entr" presetSubtype="0" fill="hold" grpId="0" nodeType="withEffect">
                                  <p:stCondLst>
                                    <p:cond delay="165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450"/>
                                        <p:tgtEl>
                                          <p:spTgt spid="33"/>
                                        </p:tgtEl>
                                      </p:cBhvr>
                                    </p:animEffect>
                                    <p:anim calcmode="lin" valueType="num">
                                      <p:cBhvr additive="base">
                                        <p:cTn id="133" dur="450" fill="hold" decel="100000"/>
                                        <p:tgtEl>
                                          <p:spTgt spid="33"/>
                                        </p:tgtEl>
                                        <p:attrNameLst>
                                          <p:attrName>ppt_x</p:attrName>
                                        </p:attrNameLst>
                                      </p:cBhvr>
                                      <p:tavLst>
                                        <p:tav tm="0">
                                          <p:val>
                                            <p:strVal val="#ppt_x"/>
                                          </p:val>
                                        </p:tav>
                                        <p:tav tm="100000">
                                          <p:val>
                                            <p:strVal val="#ppt_x"/>
                                          </p:val>
                                        </p:tav>
                                      </p:tavLst>
                                    </p:anim>
                                    <p:anim calcmode="lin" valueType="num">
                                      <p:cBhvr additive="base">
                                        <p:cTn id="134" dur="450" fill="hold" decel="100000"/>
                                        <p:tgtEl>
                                          <p:spTgt spid="33"/>
                                        </p:tgtEl>
                                        <p:attrNameLst>
                                          <p:attrName>ppt_y</p:attrName>
                                        </p:attrNameLst>
                                      </p:cBhvr>
                                      <p:tavLst>
                                        <p:tav tm="0">
                                          <p:val>
                                            <p:strVal val="#ppt_y+0.05"/>
                                          </p:val>
                                        </p:tav>
                                        <p:tav tm="100000">
                                          <p:val>
                                            <p:strVal val="#ppt_y"/>
                                          </p:val>
                                        </p:tav>
                                      </p:tavLst>
                                    </p:anim>
                                  </p:childTnLst>
                                </p:cTn>
                              </p:par>
                              <p:par>
                                <p:cTn id="135" presetID="42" presetClass="entr" presetSubtype="0" fill="hold" grpId="0" nodeType="withEffect">
                                  <p:stCondLst>
                                    <p:cond delay="18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450"/>
                                        <p:tgtEl>
                                          <p:spTgt spid="34"/>
                                        </p:tgtEl>
                                      </p:cBhvr>
                                    </p:animEffect>
                                    <p:anim calcmode="lin" valueType="num">
                                      <p:cBhvr additive="base">
                                        <p:cTn id="138" dur="450" fill="hold" decel="100000"/>
                                        <p:tgtEl>
                                          <p:spTgt spid="34"/>
                                        </p:tgtEl>
                                        <p:attrNameLst>
                                          <p:attrName>ppt_x</p:attrName>
                                        </p:attrNameLst>
                                      </p:cBhvr>
                                      <p:tavLst>
                                        <p:tav tm="0">
                                          <p:val>
                                            <p:strVal val="#ppt_x"/>
                                          </p:val>
                                        </p:tav>
                                        <p:tav tm="100000">
                                          <p:val>
                                            <p:strVal val="#ppt_x"/>
                                          </p:val>
                                        </p:tav>
                                      </p:tavLst>
                                    </p:anim>
                                    <p:anim calcmode="lin" valueType="num">
                                      <p:cBhvr additive="base">
                                        <p:cTn id="139" dur="450" fill="hold" decel="100000"/>
                                        <p:tgtEl>
                                          <p:spTgt spid="34"/>
                                        </p:tgtEl>
                                        <p:attrNameLst>
                                          <p:attrName>ppt_y</p:attrName>
                                        </p:attrNameLst>
                                      </p:cBhvr>
                                      <p:tavLst>
                                        <p:tav tm="0">
                                          <p:val>
                                            <p:strVal val="#ppt_y+0.05"/>
                                          </p:val>
                                        </p:tav>
                                        <p:tav tm="100000">
                                          <p:val>
                                            <p:strVal val="#ppt_y"/>
                                          </p:val>
                                        </p:tav>
                                      </p:tavLst>
                                    </p:anim>
                                  </p:childTnLst>
                                </p:cTn>
                              </p:par>
                              <p:par>
                                <p:cTn id="140" presetID="42" presetClass="entr" presetSubtype="0" fill="hold" grpId="0" nodeType="withEffect">
                                  <p:stCondLst>
                                    <p:cond delay="180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450"/>
                                        <p:tgtEl>
                                          <p:spTgt spid="35"/>
                                        </p:tgtEl>
                                      </p:cBhvr>
                                    </p:animEffect>
                                    <p:anim calcmode="lin" valueType="num">
                                      <p:cBhvr additive="base">
                                        <p:cTn id="143" dur="450" fill="hold" decel="100000"/>
                                        <p:tgtEl>
                                          <p:spTgt spid="35"/>
                                        </p:tgtEl>
                                        <p:attrNameLst>
                                          <p:attrName>ppt_x</p:attrName>
                                        </p:attrNameLst>
                                      </p:cBhvr>
                                      <p:tavLst>
                                        <p:tav tm="0">
                                          <p:val>
                                            <p:strVal val="#ppt_x"/>
                                          </p:val>
                                        </p:tav>
                                        <p:tav tm="100000">
                                          <p:val>
                                            <p:strVal val="#ppt_x"/>
                                          </p:val>
                                        </p:tav>
                                      </p:tavLst>
                                    </p:anim>
                                    <p:anim calcmode="lin" valueType="num">
                                      <p:cBhvr additive="base">
                                        <p:cTn id="144" dur="450" fill="hold" decel="100000"/>
                                        <p:tgtEl>
                                          <p:spTgt spid="35"/>
                                        </p:tgtEl>
                                        <p:attrNameLst>
                                          <p:attrName>ppt_y</p:attrName>
                                        </p:attrNameLst>
                                      </p:cBhvr>
                                      <p:tavLst>
                                        <p:tav tm="0">
                                          <p:val>
                                            <p:strVal val="#ppt_y+0.05"/>
                                          </p:val>
                                        </p:tav>
                                        <p:tav tm="100000">
                                          <p:val>
                                            <p:strVal val="#ppt_y"/>
                                          </p:val>
                                        </p:tav>
                                      </p:tavLst>
                                    </p:anim>
                                  </p:childTnLst>
                                </p:cTn>
                              </p:par>
                              <p:par>
                                <p:cTn id="145" presetID="42" presetClass="entr" presetSubtype="0" fill="hold" grpId="0" nodeType="withEffect">
                                  <p:stCondLst>
                                    <p:cond delay="18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450"/>
                                        <p:tgtEl>
                                          <p:spTgt spid="36"/>
                                        </p:tgtEl>
                                      </p:cBhvr>
                                    </p:animEffect>
                                    <p:anim calcmode="lin" valueType="num">
                                      <p:cBhvr additive="base">
                                        <p:cTn id="148" dur="450" fill="hold" decel="100000"/>
                                        <p:tgtEl>
                                          <p:spTgt spid="36"/>
                                        </p:tgtEl>
                                        <p:attrNameLst>
                                          <p:attrName>ppt_x</p:attrName>
                                        </p:attrNameLst>
                                      </p:cBhvr>
                                      <p:tavLst>
                                        <p:tav tm="0">
                                          <p:val>
                                            <p:strVal val="#ppt_x"/>
                                          </p:val>
                                        </p:tav>
                                        <p:tav tm="100000">
                                          <p:val>
                                            <p:strVal val="#ppt_x"/>
                                          </p:val>
                                        </p:tav>
                                      </p:tavLst>
                                    </p:anim>
                                    <p:anim calcmode="lin" valueType="num">
                                      <p:cBhvr additive="base">
                                        <p:cTn id="149" dur="450" fill="hold" decel="100000"/>
                                        <p:tgtEl>
                                          <p:spTgt spid="36"/>
                                        </p:tgtEl>
                                        <p:attrNameLst>
                                          <p:attrName>ppt_y</p:attrName>
                                        </p:attrNameLst>
                                      </p:cBhvr>
                                      <p:tavLst>
                                        <p:tav tm="0">
                                          <p:val>
                                            <p:strVal val="#ppt_y+0.05"/>
                                          </p:val>
                                        </p:tav>
                                        <p:tav tm="100000">
                                          <p:val>
                                            <p:strVal val="#ppt_y"/>
                                          </p:val>
                                        </p:tav>
                                      </p:tavLst>
                                    </p:anim>
                                  </p:childTnLst>
                                </p:cTn>
                              </p:par>
                              <p:par>
                                <p:cTn id="150" presetID="42" presetClass="entr" presetSubtype="0" fill="hold" grpId="0" nodeType="withEffect">
                                  <p:stCondLst>
                                    <p:cond delay="180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450"/>
                                        <p:tgtEl>
                                          <p:spTgt spid="37"/>
                                        </p:tgtEl>
                                      </p:cBhvr>
                                    </p:animEffect>
                                    <p:anim calcmode="lin" valueType="num">
                                      <p:cBhvr additive="base">
                                        <p:cTn id="153" dur="450" fill="hold" decel="100000"/>
                                        <p:tgtEl>
                                          <p:spTgt spid="37"/>
                                        </p:tgtEl>
                                        <p:attrNameLst>
                                          <p:attrName>ppt_x</p:attrName>
                                        </p:attrNameLst>
                                      </p:cBhvr>
                                      <p:tavLst>
                                        <p:tav tm="0">
                                          <p:val>
                                            <p:strVal val="#ppt_x"/>
                                          </p:val>
                                        </p:tav>
                                        <p:tav tm="100000">
                                          <p:val>
                                            <p:strVal val="#ppt_x"/>
                                          </p:val>
                                        </p:tav>
                                      </p:tavLst>
                                    </p:anim>
                                    <p:anim calcmode="lin" valueType="num">
                                      <p:cBhvr additive="base">
                                        <p:cTn id="154" dur="450" fill="hold" decel="100000"/>
                                        <p:tgtEl>
                                          <p:spTgt spid="37"/>
                                        </p:tgtEl>
                                        <p:attrNameLst>
                                          <p:attrName>ppt_y</p:attrName>
                                        </p:attrNameLst>
                                      </p:cBhvr>
                                      <p:tavLst>
                                        <p:tav tm="0">
                                          <p:val>
                                            <p:strVal val="#ppt_y+0.05"/>
                                          </p:val>
                                        </p:tav>
                                        <p:tav tm="100000">
                                          <p:val>
                                            <p:strVal val="#ppt_y"/>
                                          </p:val>
                                        </p:tav>
                                      </p:tavLst>
                                    </p:anim>
                                  </p:childTnLst>
                                </p:cTn>
                              </p:par>
                              <p:par>
                                <p:cTn id="155" presetID="42" presetClass="entr" presetSubtype="0" fill="hold" grpId="0" nodeType="withEffect">
                                  <p:stCondLst>
                                    <p:cond delay="2050"/>
                                  </p:stCondLst>
                                  <p:childTnLst>
                                    <p:set>
                                      <p:cBhvr>
                                        <p:cTn id="156" dur="1" fill="hold">
                                          <p:stCondLst>
                                            <p:cond delay="0"/>
                                          </p:stCondLst>
                                        </p:cTn>
                                        <p:tgtEl>
                                          <p:spTgt spid="38"/>
                                        </p:tgtEl>
                                        <p:attrNameLst>
                                          <p:attrName>style.visibility</p:attrName>
                                        </p:attrNameLst>
                                      </p:cBhvr>
                                      <p:to>
                                        <p:strVal val="visible"/>
                                      </p:to>
                                    </p:set>
                                    <p:animEffect transition="in" filter="fade">
                                      <p:cBhvr>
                                        <p:cTn id="157" dur="500"/>
                                        <p:tgtEl>
                                          <p:spTgt spid="38"/>
                                        </p:tgtEl>
                                      </p:cBhvr>
                                    </p:animEffect>
                                    <p:anim calcmode="lin" valueType="num">
                                      <p:cBhvr additive="base">
                                        <p:cTn id="158" dur="500" fill="hold" decel="100000"/>
                                        <p:tgtEl>
                                          <p:spTgt spid="38"/>
                                        </p:tgtEl>
                                        <p:attrNameLst>
                                          <p:attrName>ppt_x</p:attrName>
                                        </p:attrNameLst>
                                      </p:cBhvr>
                                      <p:tavLst>
                                        <p:tav tm="0">
                                          <p:val>
                                            <p:strVal val="#ppt_x"/>
                                          </p:val>
                                        </p:tav>
                                        <p:tav tm="100000">
                                          <p:val>
                                            <p:strVal val="#ppt_x"/>
                                          </p:val>
                                        </p:tav>
                                      </p:tavLst>
                                    </p:anim>
                                    <p:anim calcmode="lin" valueType="num">
                                      <p:cBhvr additive="base">
                                        <p:cTn id="159" dur="500" fill="hold" decel="100000"/>
                                        <p:tgtEl>
                                          <p:spTgt spid="38"/>
                                        </p:tgtEl>
                                        <p:attrNameLst>
                                          <p:attrName>ppt_y</p:attrName>
                                        </p:attrNameLst>
                                      </p:cBhvr>
                                      <p:tavLst>
                                        <p:tav tm="0">
                                          <p:val>
                                            <p:strVal val="#ppt_y+0.05"/>
                                          </p:val>
                                        </p:tav>
                                        <p:tav tm="100000">
                                          <p:val>
                                            <p:strVal val="#ppt_y"/>
                                          </p:val>
                                        </p:tav>
                                      </p:tavLst>
                                    </p:anim>
                                  </p:childTnLst>
                                </p:cTn>
                              </p:par>
                              <p:par>
                                <p:cTn id="160" presetID="42" presetClass="entr" presetSubtype="0" fill="hold" grpId="0" nodeType="withEffect">
                                  <p:stCondLst>
                                    <p:cond delay="2050"/>
                                  </p:stCondLst>
                                  <p:childTnLst>
                                    <p:set>
                                      <p:cBhvr>
                                        <p:cTn id="161" dur="1" fill="hold">
                                          <p:stCondLst>
                                            <p:cond delay="0"/>
                                          </p:stCondLst>
                                        </p:cTn>
                                        <p:tgtEl>
                                          <p:spTgt spid="39"/>
                                        </p:tgtEl>
                                        <p:attrNameLst>
                                          <p:attrName>style.visibility</p:attrName>
                                        </p:attrNameLst>
                                      </p:cBhvr>
                                      <p:to>
                                        <p:strVal val="visible"/>
                                      </p:to>
                                    </p:set>
                                    <p:animEffect transition="in" filter="fade">
                                      <p:cBhvr>
                                        <p:cTn id="162" dur="500"/>
                                        <p:tgtEl>
                                          <p:spTgt spid="39"/>
                                        </p:tgtEl>
                                      </p:cBhvr>
                                    </p:animEffect>
                                    <p:anim calcmode="lin" valueType="num">
                                      <p:cBhvr additive="base">
                                        <p:cTn id="163" dur="500" fill="hold" decel="100000"/>
                                        <p:tgtEl>
                                          <p:spTgt spid="39"/>
                                        </p:tgtEl>
                                        <p:attrNameLst>
                                          <p:attrName>ppt_x</p:attrName>
                                        </p:attrNameLst>
                                      </p:cBhvr>
                                      <p:tavLst>
                                        <p:tav tm="0">
                                          <p:val>
                                            <p:strVal val="#ppt_x"/>
                                          </p:val>
                                        </p:tav>
                                        <p:tav tm="100000">
                                          <p:val>
                                            <p:strVal val="#ppt_x"/>
                                          </p:val>
                                        </p:tav>
                                      </p:tavLst>
                                    </p:anim>
                                    <p:anim calcmode="lin" valueType="num">
                                      <p:cBhvr additive="base">
                                        <p:cTn id="164" dur="500" fill="hold" decel="100000"/>
                                        <p:tgtEl>
                                          <p:spTgt spid="39"/>
                                        </p:tgtEl>
                                        <p:attrNameLst>
                                          <p:attrName>ppt_y</p:attrName>
                                        </p:attrNameLst>
                                      </p:cBhvr>
                                      <p:tavLst>
                                        <p:tav tm="0">
                                          <p:val>
                                            <p:strVal val="#ppt_y+0.05"/>
                                          </p:val>
                                        </p:tav>
                                        <p:tav tm="100000">
                                          <p:val>
                                            <p:strVal val="#ppt_y"/>
                                          </p:val>
                                        </p:tav>
                                      </p:tavLst>
                                    </p:anim>
                                  </p:childTnLst>
                                </p:cTn>
                              </p:par>
                              <p:par>
                                <p:cTn id="165" presetID="42" presetClass="entr" presetSubtype="0" fill="hold" grpId="0" nodeType="withEffect">
                                  <p:stCondLst>
                                    <p:cond delay="2050"/>
                                  </p:stCondLst>
                                  <p:childTnLst>
                                    <p:set>
                                      <p:cBhvr>
                                        <p:cTn id="166" dur="1" fill="hold">
                                          <p:stCondLst>
                                            <p:cond delay="0"/>
                                          </p:stCondLst>
                                        </p:cTn>
                                        <p:tgtEl>
                                          <p:spTgt spid="40"/>
                                        </p:tgtEl>
                                        <p:attrNameLst>
                                          <p:attrName>style.visibility</p:attrName>
                                        </p:attrNameLst>
                                      </p:cBhvr>
                                      <p:to>
                                        <p:strVal val="visible"/>
                                      </p:to>
                                    </p:set>
                                    <p:animEffect transition="in" filter="fade">
                                      <p:cBhvr>
                                        <p:cTn id="167" dur="500"/>
                                        <p:tgtEl>
                                          <p:spTgt spid="40"/>
                                        </p:tgtEl>
                                      </p:cBhvr>
                                    </p:animEffect>
                                    <p:anim calcmode="lin" valueType="num">
                                      <p:cBhvr additive="base">
                                        <p:cTn id="168" dur="500" fill="hold" decel="100000"/>
                                        <p:tgtEl>
                                          <p:spTgt spid="40"/>
                                        </p:tgtEl>
                                        <p:attrNameLst>
                                          <p:attrName>ppt_x</p:attrName>
                                        </p:attrNameLst>
                                      </p:cBhvr>
                                      <p:tavLst>
                                        <p:tav tm="0">
                                          <p:val>
                                            <p:strVal val="#ppt_x"/>
                                          </p:val>
                                        </p:tav>
                                        <p:tav tm="100000">
                                          <p:val>
                                            <p:strVal val="#ppt_x"/>
                                          </p:val>
                                        </p:tav>
                                      </p:tavLst>
                                    </p:anim>
                                    <p:anim calcmode="lin" valueType="num">
                                      <p:cBhvr additive="base">
                                        <p:cTn id="169" dur="500" fill="hold" decel="100000"/>
                                        <p:tgtEl>
                                          <p:spTgt spid="40"/>
                                        </p:tgtEl>
                                        <p:attrNameLst>
                                          <p:attrName>ppt_y</p:attrName>
                                        </p:attrNameLst>
                                      </p:cBhvr>
                                      <p:tavLst>
                                        <p:tav tm="0">
                                          <p:val>
                                            <p:strVal val="#ppt_y+0.05"/>
                                          </p:val>
                                        </p:tav>
                                        <p:tav tm="100000">
                                          <p:val>
                                            <p:strVal val="#ppt_y"/>
                                          </p:val>
                                        </p:tav>
                                      </p:tavLst>
                                    </p:anim>
                                  </p:childTnLst>
                                </p:cTn>
                              </p:par>
                              <p:par>
                                <p:cTn id="170" presetID="10" presetClass="entr" presetSubtype="0" fill="hold" grpId="0" nodeType="withEffect">
                                  <p:stCondLst>
                                    <p:cond delay="2300"/>
                                  </p:stCondLst>
                                  <p:childTnLst>
                                    <p:set>
                                      <p:cBhvr>
                                        <p:cTn id="171" dur="1" fill="hold">
                                          <p:stCondLst>
                                            <p:cond delay="0"/>
                                          </p:stCondLst>
                                        </p:cTn>
                                        <p:tgtEl>
                                          <p:spTgt spid="41"/>
                                        </p:tgtEl>
                                        <p:attrNameLst>
                                          <p:attrName>style.visibility</p:attrName>
                                        </p:attrNameLst>
                                      </p:cBhvr>
                                      <p:to>
                                        <p:strVal val="visible"/>
                                      </p:to>
                                    </p:set>
                                    <p:animEffect transition="in" filter="fade">
                                      <p:cBhvr>
                                        <p:cTn id="172" dur="400"/>
                                        <p:tgtEl>
                                          <p:spTgt spid="41"/>
                                        </p:tgtEl>
                                      </p:cBhvr>
                                    </p:animEffect>
                                  </p:childTnLst>
                                </p:cTn>
                              </p:par>
                              <p:par>
                                <p:cTn id="173" presetID="10" presetClass="entr" presetSubtype="0" fill="hold" grpId="0" nodeType="withEffect">
                                  <p:stCondLst>
                                    <p:cond delay="2300"/>
                                  </p:stCondLst>
                                  <p:childTnLst>
                                    <p:set>
                                      <p:cBhvr>
                                        <p:cTn id="174" dur="1" fill="hold">
                                          <p:stCondLst>
                                            <p:cond delay="0"/>
                                          </p:stCondLst>
                                        </p:cTn>
                                        <p:tgtEl>
                                          <p:spTgt spid="42"/>
                                        </p:tgtEl>
                                        <p:attrNameLst>
                                          <p:attrName>style.visibility</p:attrName>
                                        </p:attrNameLst>
                                      </p:cBhvr>
                                      <p:to>
                                        <p:strVal val="visible"/>
                                      </p:to>
                                    </p:set>
                                    <p:animEffect transition="in" filter="fade">
                                      <p:cBhvr>
                                        <p:cTn id="175" dur="400"/>
                                        <p:tgtEl>
                                          <p:spTgt spid="42"/>
                                        </p:tgtEl>
                                      </p:cBhvr>
                                    </p:animEffect>
                                  </p:childTnLst>
                                </p:cTn>
                              </p:par>
                              <p:par>
                                <p:cTn id="176" presetID="10" presetClass="entr" presetSubtype="0" fill="hold" grpId="0" nodeType="withEffect">
                                  <p:stCondLst>
                                    <p:cond delay="2400"/>
                                  </p:stCondLst>
                                  <p:childTnLst>
                                    <p:set>
                                      <p:cBhvr>
                                        <p:cTn id="177" dur="1" fill="hold">
                                          <p:stCondLst>
                                            <p:cond delay="0"/>
                                          </p:stCondLst>
                                        </p:cTn>
                                        <p:tgtEl>
                                          <p:spTgt spid="43"/>
                                        </p:tgtEl>
                                        <p:attrNameLst>
                                          <p:attrName>style.visibility</p:attrName>
                                        </p:attrNameLst>
                                      </p:cBhvr>
                                      <p:to>
                                        <p:strVal val="visible"/>
                                      </p:to>
                                    </p:set>
                                    <p:animEffect transition="in" filter="fade">
                                      <p:cBhvr>
                                        <p:cTn id="178" dur="400"/>
                                        <p:tgtEl>
                                          <p:spTgt spid="43"/>
                                        </p:tgtEl>
                                      </p:cBhvr>
                                    </p:animEffect>
                                  </p:childTnLst>
                                </p:cTn>
                              </p:par>
                              <p:par>
                                <p:cTn id="179" presetID="10" presetClass="entr" presetSubtype="0" fill="hold" grpId="0" nodeType="withEffect">
                                  <p:stCondLst>
                                    <p:cond delay="2400"/>
                                  </p:stCondLst>
                                  <p:childTnLst>
                                    <p:set>
                                      <p:cBhvr>
                                        <p:cTn id="180" dur="1" fill="hold">
                                          <p:stCondLst>
                                            <p:cond delay="0"/>
                                          </p:stCondLst>
                                        </p:cTn>
                                        <p:tgtEl>
                                          <p:spTgt spid="44"/>
                                        </p:tgtEl>
                                        <p:attrNameLst>
                                          <p:attrName>style.visibility</p:attrName>
                                        </p:attrNameLst>
                                      </p:cBhvr>
                                      <p:to>
                                        <p:strVal val="visible"/>
                                      </p:to>
                                    </p:set>
                                    <p:animEffect transition="in" filter="fade">
                                      <p:cBhvr>
                                        <p:cTn id="181" dur="400"/>
                                        <p:tgtEl>
                                          <p:spTgt spid="44"/>
                                        </p:tgtEl>
                                      </p:cBhvr>
                                    </p:animEffect>
                                  </p:childTnLst>
                                </p:cTn>
                              </p:par>
                              <p:par>
                                <p:cTn id="182" presetID="10" presetClass="entr" presetSubtype="0" fill="hold" grpId="0" nodeType="withEffect">
                                  <p:stCondLst>
                                    <p:cond delay="2400"/>
                                  </p:stCondLst>
                                  <p:childTnLst>
                                    <p:set>
                                      <p:cBhvr>
                                        <p:cTn id="183" dur="1" fill="hold">
                                          <p:stCondLst>
                                            <p:cond delay="0"/>
                                          </p:stCondLst>
                                        </p:cTn>
                                        <p:tgtEl>
                                          <p:spTgt spid="45"/>
                                        </p:tgtEl>
                                        <p:attrNameLst>
                                          <p:attrName>style.visibility</p:attrName>
                                        </p:attrNameLst>
                                      </p:cBhvr>
                                      <p:to>
                                        <p:strVal val="visible"/>
                                      </p:to>
                                    </p:set>
                                    <p:animEffect transition="in" filter="fade">
                                      <p:cBhvr>
                                        <p:cTn id="184" dur="400"/>
                                        <p:tgtEl>
                                          <p:spTgt spid="45"/>
                                        </p:tgtEl>
                                      </p:cBhvr>
                                    </p:animEffect>
                                  </p:childTnLst>
                                </p:cTn>
                              </p:par>
                              <p:par>
                                <p:cTn id="185" presetID="10" presetClass="entr" presetSubtype="0" fill="hold" grpId="0" nodeType="withEffect">
                                  <p:stCondLst>
                                    <p:cond delay="2400"/>
                                  </p:stCondLst>
                                  <p:childTnLst>
                                    <p:set>
                                      <p:cBhvr>
                                        <p:cTn id="186" dur="1" fill="hold">
                                          <p:stCondLst>
                                            <p:cond delay="0"/>
                                          </p:stCondLst>
                                        </p:cTn>
                                        <p:tgtEl>
                                          <p:spTgt spid="46"/>
                                        </p:tgtEl>
                                        <p:attrNameLst>
                                          <p:attrName>style.visibility</p:attrName>
                                        </p:attrNameLst>
                                      </p:cBhvr>
                                      <p:to>
                                        <p:strVal val="visible"/>
                                      </p:to>
                                    </p:set>
                                    <p:animEffect transition="in" filter="fade">
                                      <p:cBhvr>
                                        <p:cTn id="187" dur="400"/>
                                        <p:tgtEl>
                                          <p:spTgt spid="46"/>
                                        </p:tgtEl>
                                      </p:cBhvr>
                                    </p:animEffect>
                                  </p:childTnLst>
                                </p:cTn>
                              </p:par>
                              <p:par>
                                <p:cTn id="188" presetID="10" presetClass="entr" presetSubtype="0" fill="hold" grpId="0" nodeType="withEffect">
                                  <p:stCondLst>
                                    <p:cond delay="2400"/>
                                  </p:stCondLst>
                                  <p:childTnLst>
                                    <p:set>
                                      <p:cBhvr>
                                        <p:cTn id="189" dur="1" fill="hold">
                                          <p:stCondLst>
                                            <p:cond delay="0"/>
                                          </p:stCondLst>
                                        </p:cTn>
                                        <p:tgtEl>
                                          <p:spTgt spid="47"/>
                                        </p:tgtEl>
                                        <p:attrNameLst>
                                          <p:attrName>style.visibility</p:attrName>
                                        </p:attrNameLst>
                                      </p:cBhvr>
                                      <p:to>
                                        <p:strVal val="visible"/>
                                      </p:to>
                                    </p:set>
                                    <p:animEffect transition="in" filter="fade">
                                      <p:cBhvr>
                                        <p:cTn id="190"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9" grpId="0" animBg="1"/>
      <p:bldP spid="20" grpId="0" animBg="1"/>
      <p:bldP spid="21" grpId="0" animBg="1"/>
      <p:bldP spid="7" grpId="0" animBg="1"/>
      <p:bldP spid="9" grpId="0" animBg="1"/>
      <p:bldP spid="10" grpId="0" animBg="1"/>
      <p:bldP spid="11" grpId="0" animBg="1"/>
      <p:bldP spid="13" grpId="0" animBg="1"/>
      <p:bldP spid="14" grpId="0" animBg="1"/>
      <p:bldP spid="22" grpId="0" animBg="1"/>
      <p:bldP spid="23" grpId="0" animBg="1"/>
      <p:bldP spid="15" grpId="0" animBg="1"/>
      <p:bldP spid="24" grpId="0" animBg="1"/>
      <p:bldP spid="17" grpId="0" animBg="1"/>
      <p:bldP spid="18" grpId="0" animBg="1"/>
      <p:bldP spid="25" grpId="0" animBg="1"/>
      <p:bldP spid="26" grpId="0" animBg="1"/>
      <p:bldP spid="27" grpId="0" animBg="1"/>
      <p:bldP spid="28" grpId="0" animBg="1"/>
      <p:bldP spid="29" grpId="0" animBg="1"/>
      <p:bldP spid="30" grpId="0" animBg="1"/>
      <p:bldP spid="32" grpId="0" animBg="1"/>
      <p:bldP spid="33" grpId="0" animBg="1"/>
      <p:bldP spid="34" grpId="0" animBg="1"/>
      <p:bldP spid="36" grpId="0" animBg="1"/>
      <p:bldP spid="37" grpId="0" animBg="1"/>
      <p:bldP spid="38" grpId="0" animBg="1"/>
      <p:bldP spid="40" grpId="0" animBg="1"/>
      <p:bldP spid="4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rbA"/>
          <p:cNvSpPr/>
          <p:nvPr/>
        </p:nvSpPr>
        <p:spPr>
          <a:xfrm>
            <a:off x="10058400" y="-2286000"/>
            <a:ext cx="3840480" cy="3840480"/>
          </a:xfrm>
          <a:prstGeom prst="ellipse">
            <a:avLst/>
          </a:prstGeom>
          <a:solidFill>
            <a:schemeClr val="bg2"/>
          </a:solidFill>
          <a:ln/>
        </p:spPr>
      </p:sp>
      <p:sp>
        <p:nvSpPr>
          <p:cNvPr id="3" name="!!orbB"/>
          <p:cNvSpPr/>
          <p:nvPr/>
        </p:nvSpPr>
        <p:spPr>
          <a:xfrm>
            <a:off x="-640080" y="4846320"/>
            <a:ext cx="1188720" cy="1188720"/>
          </a:xfrm>
          <a:prstGeom prst="ellipse">
            <a:avLst/>
          </a:prstGeom>
          <a:solidFill>
            <a:schemeClr val="accent2">
              <a:alpha val="15000"/>
            </a:schemeClr>
          </a:solidFill>
          <a:ln/>
        </p:spPr>
      </p:sp>
      <p:sp>
        <p:nvSpPr>
          <p:cNvPr id="4" name="!!orbC"/>
          <p:cNvSpPr/>
          <p:nvPr/>
        </p:nvSpPr>
        <p:spPr>
          <a:xfrm>
            <a:off x="11521440" y="4572000"/>
            <a:ext cx="822960" cy="822960"/>
          </a:xfrm>
          <a:prstGeom prst="ellipse">
            <a:avLst/>
          </a:prstGeom>
          <a:solidFill>
            <a:schemeClr val="accent1">
              <a:alpha val="2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How FluxGuard works</a:t>
            </a:r>
            <a:endParaRPr lang="en-US" sz="3600" dirty="0"/>
          </a:p>
        </p:txBody>
      </p:sp>
      <p:sp>
        <p:nvSpPr>
          <p:cNvPr id="6" name="shape_97"/>
          <p:cNvSpPr/>
          <p:nvPr/>
        </p:nvSpPr>
        <p:spPr>
          <a:xfrm>
            <a:off x="548640" y="2971800"/>
            <a:ext cx="2542032" cy="2606040"/>
          </a:xfrm>
          <a:prstGeom prst="roundRect">
            <a:avLst>
              <a:gd name="adj" fmla="val 6475"/>
            </a:avLst>
          </a:prstGeom>
          <a:solidFill>
            <a:schemeClr val="bg2"/>
          </a:solidFill>
          <a:ln/>
        </p:spPr>
      </p:sp>
      <p:sp>
        <p:nvSpPr>
          <p:cNvPr id="7" name="shape_98"/>
          <p:cNvSpPr/>
          <p:nvPr/>
        </p:nvSpPr>
        <p:spPr>
          <a:xfrm>
            <a:off x="777240" y="1691640"/>
            <a:ext cx="1005840" cy="1005840"/>
          </a:xfrm>
          <a:prstGeom prst="ellipse">
            <a:avLst/>
          </a:prstGeom>
          <a:solidFill>
            <a:schemeClr val="accent1"/>
          </a:solidFill>
          <a:ln/>
        </p:spPr>
      </p:sp>
      <p:pic>
        <p:nvPicPr>
          <p:cNvPr id="8" name="icon_99" descr="NotebookPen icon">    </p:cNvPr>
          <p:cNvPicPr>
            <a:picLocks noChangeAspect="1"/>
          </p:cNvPicPr>
          <p:nvPr/>
        </p:nvPicPr>
        <p:blipFill>
          <a:blip r:embed="rId1"/>
          <a:stretch>
            <a:fillRect/>
          </a:stretch>
        </p:blipFill>
        <p:spPr>
          <a:xfrm>
            <a:off x="1018642" y="1933042"/>
            <a:ext cx="523037" cy="523037"/>
          </a:xfrm>
          <a:prstGeom prst="rect">
            <a:avLst/>
          </a:prstGeom>
        </p:spPr>
      </p:pic>
      <p:sp>
        <p:nvSpPr>
          <p:cNvPr id="9" name="text_100"/>
          <p:cNvSpPr txBox="1"/>
          <p:nvPr/>
        </p:nvSpPr>
        <p:spPr>
          <a:xfrm>
            <a:off x="777240" y="3154680"/>
            <a:ext cx="208483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01  LOG</a:t>
            </a:r>
            <a:endParaRPr lang="en-US" sz="1200" dirty="0"/>
          </a:p>
        </p:txBody>
      </p:sp>
      <p:sp>
        <p:nvSpPr>
          <p:cNvPr id="10" name="text_101"/>
          <p:cNvSpPr txBox="1"/>
          <p:nvPr/>
        </p:nvSpPr>
        <p:spPr>
          <a:xfrm>
            <a:off x="777240" y="3456432"/>
            <a:ext cx="2084832"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Log your day</a:t>
            </a:r>
            <a:endParaRPr lang="en-US" sz="1900" dirty="0"/>
          </a:p>
        </p:txBody>
      </p:sp>
      <p:sp>
        <p:nvSpPr>
          <p:cNvPr id="11" name="text_102"/>
          <p:cNvSpPr txBox="1"/>
          <p:nvPr/>
        </p:nvSpPr>
        <p:spPr>
          <a:xfrm>
            <a:off x="777240" y="3913632"/>
            <a:ext cx="2130552" cy="1554480"/>
          </a:xfrm>
          <a:prstGeom prst="rect">
            <a:avLst/>
          </a:prstGeom>
          <a:noFill/>
          <a:ln/>
        </p:spPr>
        <p:txBody>
          <a:bodyPr wrap="square" lIns="0" tIns="0" rIns="0" bIns="0" rtlCol="0" anchor="t"/>
          <a:lstStyle/>
          <a:p>
            <a:pPr indent="0" marL="0">
              <a:buNone/>
            </a:pPr>
            <a:r>
              <a:rPr lang="en-US" sz="1400" dirty="0">
                <a:solidFill>
                  <a:schemeClr val="tx1"/>
                </a:solidFill>
              </a:rPr>
              <a:t>Meals with portion and time, sleep, activity, mood, a stress check and any reflux symptoms.</a:t>
            </a:r>
            <a:endParaRPr lang="en-US" sz="1400" dirty="0"/>
          </a:p>
        </p:txBody>
      </p:sp>
      <p:sp>
        <p:nvSpPr>
          <p:cNvPr id="12" name="shape_103"/>
          <p:cNvSpPr/>
          <p:nvPr/>
        </p:nvSpPr>
        <p:spPr>
          <a:xfrm>
            <a:off x="1920240" y="2194560"/>
            <a:ext cx="1569720" cy="0"/>
          </a:xfrm>
          <a:prstGeom prst="line">
            <a:avLst/>
          </a:prstGeom>
          <a:noFill/>
          <a:ln w="25400">
            <a:solidFill>
              <a:schemeClr val="accent1"/>
            </a:solidFill>
            <a:prstDash val="dash"/>
            <a:tailEnd type="triangle"/>
          </a:ln>
        </p:spPr>
      </p:sp>
      <p:sp>
        <p:nvSpPr>
          <p:cNvPr id="13" name="shape_104"/>
          <p:cNvSpPr/>
          <p:nvPr/>
        </p:nvSpPr>
        <p:spPr>
          <a:xfrm>
            <a:off x="3398520" y="2971800"/>
            <a:ext cx="2542032" cy="2606040"/>
          </a:xfrm>
          <a:prstGeom prst="roundRect">
            <a:avLst>
              <a:gd name="adj" fmla="val 6475"/>
            </a:avLst>
          </a:prstGeom>
          <a:solidFill>
            <a:schemeClr val="bg2"/>
          </a:solidFill>
          <a:ln/>
        </p:spPr>
      </p:sp>
      <p:sp>
        <p:nvSpPr>
          <p:cNvPr id="14" name="shape_105"/>
          <p:cNvSpPr/>
          <p:nvPr/>
        </p:nvSpPr>
        <p:spPr>
          <a:xfrm>
            <a:off x="3627120" y="1691640"/>
            <a:ext cx="1005840" cy="1005840"/>
          </a:xfrm>
          <a:prstGeom prst="ellipse">
            <a:avLst/>
          </a:prstGeom>
          <a:solidFill>
            <a:schemeClr val="accent1"/>
          </a:solidFill>
          <a:ln/>
        </p:spPr>
      </p:sp>
      <p:pic>
        <p:nvPicPr>
          <p:cNvPr id="15" name="icon_106" descr="ChartLine icon">    </p:cNvPr>
          <p:cNvPicPr>
            <a:picLocks noChangeAspect="1"/>
          </p:cNvPicPr>
          <p:nvPr/>
        </p:nvPicPr>
        <p:blipFill>
          <a:blip r:embed="rId2"/>
          <a:stretch>
            <a:fillRect/>
          </a:stretch>
        </p:blipFill>
        <p:spPr>
          <a:xfrm>
            <a:off x="3868522" y="1933042"/>
            <a:ext cx="523037" cy="523037"/>
          </a:xfrm>
          <a:prstGeom prst="rect">
            <a:avLst/>
          </a:prstGeom>
        </p:spPr>
      </p:pic>
      <p:sp>
        <p:nvSpPr>
          <p:cNvPr id="16" name="text_107"/>
          <p:cNvSpPr txBox="1"/>
          <p:nvPr/>
        </p:nvSpPr>
        <p:spPr>
          <a:xfrm>
            <a:off x="3627120" y="3154680"/>
            <a:ext cx="208483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02  ANALYZE</a:t>
            </a:r>
            <a:endParaRPr lang="en-US" sz="1200" dirty="0"/>
          </a:p>
        </p:txBody>
      </p:sp>
      <p:sp>
        <p:nvSpPr>
          <p:cNvPr id="17" name="text_108"/>
          <p:cNvSpPr txBox="1"/>
          <p:nvPr/>
        </p:nvSpPr>
        <p:spPr>
          <a:xfrm>
            <a:off x="3627120" y="3456432"/>
            <a:ext cx="2084832"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Spot patterns</a:t>
            </a:r>
            <a:endParaRPr lang="en-US" sz="1900" dirty="0"/>
          </a:p>
        </p:txBody>
      </p:sp>
      <p:sp>
        <p:nvSpPr>
          <p:cNvPr id="18" name="text_109"/>
          <p:cNvSpPr txBox="1"/>
          <p:nvPr/>
        </p:nvSpPr>
        <p:spPr>
          <a:xfrm>
            <a:off x="3627120" y="3913632"/>
            <a:ext cx="2130552" cy="1554480"/>
          </a:xfrm>
          <a:prstGeom prst="rect">
            <a:avLst/>
          </a:prstGeom>
          <a:noFill/>
          <a:ln/>
        </p:spPr>
        <p:txBody>
          <a:bodyPr wrap="square" lIns="0" tIns="0" rIns="0" bIns="0" rtlCol="0" anchor="t"/>
          <a:lstStyle/>
          <a:p>
            <a:pPr indent="0" marL="0">
              <a:buNone/>
            </a:pPr>
            <a:r>
              <a:rPr lang="en-US" sz="1400" dirty="0">
                <a:solidFill>
                  <a:schemeClr val="tx1"/>
                </a:solidFill>
              </a:rPr>
              <a:t>Analytics link stress and habits to your episodes and rank your personal triggers.</a:t>
            </a:r>
            <a:endParaRPr lang="en-US" sz="1400" dirty="0"/>
          </a:p>
        </p:txBody>
      </p:sp>
      <p:sp>
        <p:nvSpPr>
          <p:cNvPr id="19" name="shape_110"/>
          <p:cNvSpPr/>
          <p:nvPr/>
        </p:nvSpPr>
        <p:spPr>
          <a:xfrm>
            <a:off x="4770120" y="2194560"/>
            <a:ext cx="1569720" cy="0"/>
          </a:xfrm>
          <a:prstGeom prst="line">
            <a:avLst/>
          </a:prstGeom>
          <a:noFill/>
          <a:ln w="25400">
            <a:solidFill>
              <a:schemeClr val="accent1"/>
            </a:solidFill>
            <a:prstDash val="dash"/>
            <a:tailEnd type="triangle"/>
          </a:ln>
        </p:spPr>
      </p:sp>
      <p:sp>
        <p:nvSpPr>
          <p:cNvPr id="20" name="shape_111"/>
          <p:cNvSpPr/>
          <p:nvPr/>
        </p:nvSpPr>
        <p:spPr>
          <a:xfrm>
            <a:off x="6248400" y="2971800"/>
            <a:ext cx="2542032" cy="2606040"/>
          </a:xfrm>
          <a:prstGeom prst="roundRect">
            <a:avLst>
              <a:gd name="adj" fmla="val 6475"/>
            </a:avLst>
          </a:prstGeom>
          <a:solidFill>
            <a:schemeClr val="bg2"/>
          </a:solidFill>
          <a:ln/>
        </p:spPr>
      </p:sp>
      <p:sp>
        <p:nvSpPr>
          <p:cNvPr id="21" name="shape_112"/>
          <p:cNvSpPr/>
          <p:nvPr/>
        </p:nvSpPr>
        <p:spPr>
          <a:xfrm>
            <a:off x="6477000" y="1691640"/>
            <a:ext cx="1005840" cy="1005840"/>
          </a:xfrm>
          <a:prstGeom prst="ellipse">
            <a:avLst/>
          </a:prstGeom>
          <a:solidFill>
            <a:schemeClr val="accent1"/>
          </a:solidFill>
          <a:ln/>
        </p:spPr>
      </p:sp>
      <p:pic>
        <p:nvPicPr>
          <p:cNvPr id="22" name="icon_113" descr="BellRing icon">    </p:cNvPr>
          <p:cNvPicPr>
            <a:picLocks noChangeAspect="1"/>
          </p:cNvPicPr>
          <p:nvPr/>
        </p:nvPicPr>
        <p:blipFill>
          <a:blip r:embed="rId3"/>
          <a:stretch>
            <a:fillRect/>
          </a:stretch>
        </p:blipFill>
        <p:spPr>
          <a:xfrm>
            <a:off x="6718402" y="1933042"/>
            <a:ext cx="523037" cy="523037"/>
          </a:xfrm>
          <a:prstGeom prst="rect">
            <a:avLst/>
          </a:prstGeom>
        </p:spPr>
      </p:pic>
      <p:sp>
        <p:nvSpPr>
          <p:cNvPr id="23" name="text_114"/>
          <p:cNvSpPr txBox="1"/>
          <p:nvPr/>
        </p:nvSpPr>
        <p:spPr>
          <a:xfrm>
            <a:off x="6477000" y="3154680"/>
            <a:ext cx="2084832"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03  ALERT</a:t>
            </a:r>
            <a:endParaRPr lang="en-US" sz="1200" dirty="0"/>
          </a:p>
        </p:txBody>
      </p:sp>
      <p:sp>
        <p:nvSpPr>
          <p:cNvPr id="24" name="text_115"/>
          <p:cNvSpPr txBox="1"/>
          <p:nvPr/>
        </p:nvSpPr>
        <p:spPr>
          <a:xfrm>
            <a:off x="6477000" y="3456432"/>
            <a:ext cx="2084832"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Get warned early</a:t>
            </a:r>
            <a:endParaRPr lang="en-US" sz="1900" dirty="0"/>
          </a:p>
        </p:txBody>
      </p:sp>
      <p:sp>
        <p:nvSpPr>
          <p:cNvPr id="25" name="text_116"/>
          <p:cNvSpPr txBox="1"/>
          <p:nvPr/>
        </p:nvSpPr>
        <p:spPr>
          <a:xfrm>
            <a:off x="6477000" y="3913632"/>
            <a:ext cx="2130552" cy="1554480"/>
          </a:xfrm>
          <a:prstGeom prst="rect">
            <a:avLst/>
          </a:prstGeom>
          <a:noFill/>
          <a:ln/>
        </p:spPr>
        <p:txBody>
          <a:bodyPr wrap="square" lIns="0" tIns="0" rIns="0" bIns="0" rtlCol="0" anchor="t"/>
          <a:lstStyle/>
          <a:p>
            <a:pPr indent="0" marL="0">
              <a:buNone/>
            </a:pPr>
            <a:r>
              <a:rPr lang="en-US" sz="1400" dirty="0">
                <a:solidFill>
                  <a:schemeClr val="tx1"/>
                </a:solidFill>
              </a:rPr>
              <a:t>When today looks risky — say, high stress plus a late heavy meal — you get a push alert.</a:t>
            </a:r>
            <a:endParaRPr lang="en-US" sz="1400" dirty="0"/>
          </a:p>
        </p:txBody>
      </p:sp>
      <p:sp>
        <p:nvSpPr>
          <p:cNvPr id="26" name="shape_117"/>
          <p:cNvSpPr/>
          <p:nvPr/>
        </p:nvSpPr>
        <p:spPr>
          <a:xfrm>
            <a:off x="7620000" y="2194560"/>
            <a:ext cx="1569720" cy="0"/>
          </a:xfrm>
          <a:prstGeom prst="line">
            <a:avLst/>
          </a:prstGeom>
          <a:noFill/>
          <a:ln w="25400">
            <a:solidFill>
              <a:schemeClr val="accent1"/>
            </a:solidFill>
            <a:prstDash val="dash"/>
            <a:tailEnd type="triangle"/>
          </a:ln>
        </p:spPr>
      </p:sp>
      <p:sp>
        <p:nvSpPr>
          <p:cNvPr id="27" name="shape_118"/>
          <p:cNvSpPr/>
          <p:nvPr/>
        </p:nvSpPr>
        <p:spPr>
          <a:xfrm>
            <a:off x="9098280" y="2971800"/>
            <a:ext cx="2542032" cy="2606040"/>
          </a:xfrm>
          <a:prstGeom prst="roundRect">
            <a:avLst>
              <a:gd name="adj" fmla="val 6475"/>
            </a:avLst>
          </a:prstGeom>
          <a:solidFill>
            <a:schemeClr val="bg2"/>
          </a:solidFill>
          <a:ln/>
        </p:spPr>
      </p:sp>
      <p:sp>
        <p:nvSpPr>
          <p:cNvPr id="28" name="shape_119"/>
          <p:cNvSpPr/>
          <p:nvPr/>
        </p:nvSpPr>
        <p:spPr>
          <a:xfrm>
            <a:off x="9326880" y="1691640"/>
            <a:ext cx="1005840" cy="1005840"/>
          </a:xfrm>
          <a:prstGeom prst="ellipse">
            <a:avLst/>
          </a:prstGeom>
          <a:solidFill>
            <a:schemeClr val="accent3"/>
          </a:solidFill>
          <a:ln/>
        </p:spPr>
      </p:sp>
      <p:pic>
        <p:nvPicPr>
          <p:cNvPr id="29" name="icon_120" descr="TrendingUp icon">    </p:cNvPr>
          <p:cNvPicPr>
            <a:picLocks noChangeAspect="1"/>
          </p:cNvPicPr>
          <p:nvPr/>
        </p:nvPicPr>
        <p:blipFill>
          <a:blip r:embed="rId4"/>
          <a:stretch>
            <a:fillRect/>
          </a:stretch>
        </p:blipFill>
        <p:spPr>
          <a:xfrm>
            <a:off x="9568282" y="1933042"/>
            <a:ext cx="523037" cy="523037"/>
          </a:xfrm>
          <a:prstGeom prst="rect">
            <a:avLst/>
          </a:prstGeom>
        </p:spPr>
      </p:pic>
      <p:sp>
        <p:nvSpPr>
          <p:cNvPr id="30" name="text_121"/>
          <p:cNvSpPr txBox="1"/>
          <p:nvPr/>
        </p:nvSpPr>
        <p:spPr>
          <a:xfrm>
            <a:off x="9326880" y="3154680"/>
            <a:ext cx="2084832"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04  IMPROVE</a:t>
            </a:r>
            <a:endParaRPr lang="en-US" sz="1200" dirty="0"/>
          </a:p>
        </p:txBody>
      </p:sp>
      <p:sp>
        <p:nvSpPr>
          <p:cNvPr id="31" name="text_122"/>
          <p:cNvSpPr txBox="1"/>
          <p:nvPr/>
        </p:nvSpPr>
        <p:spPr>
          <a:xfrm>
            <a:off x="9326880" y="3456432"/>
            <a:ext cx="2084832"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Build habits</a:t>
            </a:r>
            <a:endParaRPr lang="en-US" sz="1900" dirty="0"/>
          </a:p>
        </p:txBody>
      </p:sp>
      <p:sp>
        <p:nvSpPr>
          <p:cNvPr id="32" name="text_123"/>
          <p:cNvSpPr txBox="1"/>
          <p:nvPr/>
        </p:nvSpPr>
        <p:spPr>
          <a:xfrm>
            <a:off x="9326880" y="3913632"/>
            <a:ext cx="2130552" cy="1554480"/>
          </a:xfrm>
          <a:prstGeom prst="rect">
            <a:avLst/>
          </a:prstGeom>
          <a:noFill/>
          <a:ln/>
        </p:spPr>
        <p:txBody>
          <a:bodyPr wrap="square" lIns="0" tIns="0" rIns="0" bIns="0" rtlCol="0" anchor="t"/>
          <a:lstStyle/>
          <a:p>
            <a:pPr indent="0" marL="0">
              <a:buNone/>
            </a:pPr>
            <a:r>
              <a:rPr lang="en-US" sz="1400" dirty="0">
                <a:solidFill>
                  <a:schemeClr val="tx1"/>
                </a:solidFill>
              </a:rPr>
              <a:t>Personal tips, streaks and badges turn small changes into fewer flare-ups.</a:t>
            </a:r>
            <a:endParaRPr lang="en-US" sz="1400" dirty="0"/>
          </a:p>
        </p:txBody>
      </p:sp>
      <p:pic>
        <p:nvPicPr>
          <p:cNvPr id="33" name="icon_124" descr="RefreshCw icon">    </p:cNvPr>
          <p:cNvPicPr>
            <a:picLocks noChangeAspect="1"/>
          </p:cNvPicPr>
          <p:nvPr/>
        </p:nvPicPr>
        <p:blipFill>
          <a:blip r:embed="rId5"/>
          <a:stretch>
            <a:fillRect/>
          </a:stretch>
        </p:blipFill>
        <p:spPr>
          <a:xfrm>
            <a:off x="548640" y="5779008"/>
            <a:ext cx="274320" cy="274320"/>
          </a:xfrm>
          <a:prstGeom prst="rect">
            <a:avLst/>
          </a:prstGeom>
        </p:spPr>
      </p:pic>
      <p:sp>
        <p:nvSpPr>
          <p:cNvPr id="34" name="text_125"/>
          <p:cNvSpPr txBox="1"/>
          <p:nvPr/>
        </p:nvSpPr>
        <p:spPr>
          <a:xfrm>
            <a:off x="932688" y="5733288"/>
            <a:ext cx="9144000" cy="365760"/>
          </a:xfrm>
          <a:prstGeom prst="rect">
            <a:avLst/>
          </a:prstGeom>
          <a:noFill/>
          <a:ln/>
        </p:spPr>
        <p:txBody>
          <a:bodyPr wrap="square" lIns="0" tIns="0" rIns="0" bIns="0" rtlCol="0" anchor="ctr"/>
          <a:lstStyle/>
          <a:p>
            <a:pPr indent="0" marL="0">
              <a:buNone/>
            </a:pPr>
            <a:r>
              <a:rPr lang="en-US" sz="1500" i="1" dirty="0">
                <a:solidFill>
                  <a:schemeClr val="tx1"/>
                </a:solidFill>
              </a:rPr>
              <a:t>The loop repeats daily — every log makes the next prediction more personal.</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decel="100000"/>
                                        <p:tgtEl>
                                          <p:spTgt spid="7"/>
                                        </p:tgtEl>
                                        <p:attrNameLst>
                                          <p:attrName>ppt_w</p:attrName>
                                        </p:attrNameLst>
                                      </p:cBhvr>
                                      <p:tavLst>
                                        <p:tav tm="0">
                                          <p:val>
                                            <p:strVal val="0"/>
                                          </p:val>
                                        </p:tav>
                                        <p:tav tm="100000">
                                          <p:val>
                                            <p:strVal val="#ppt_w"/>
                                          </p:val>
                                        </p:tav>
                                      </p:tavLst>
                                    </p:anim>
                                    <p:anim calcmode="lin" valueType="num">
                                      <p:cBhvr additive="base">
                                        <p:cTn id="8" dur="500" fill="hold" decel="100000"/>
                                        <p:tgtEl>
                                          <p:spTgt spid="7"/>
                                        </p:tgtEl>
                                        <p:attrNameLst>
                                          <p:attrName>ppt_h</p:attrName>
                                        </p:attrNameLst>
                                      </p:cBhvr>
                                      <p:tavLst>
                                        <p:tav tm="0">
                                          <p:val>
                                            <p:str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decel="100000"/>
                                        <p:tgtEl>
                                          <p:spTgt spid="8"/>
                                        </p:tgtEl>
                                        <p:attrNameLst>
                                          <p:attrName>ppt_w</p:attrName>
                                        </p:attrNameLst>
                                      </p:cBhvr>
                                      <p:tavLst>
                                        <p:tav tm="0">
                                          <p:val>
                                            <p:strVal val="0"/>
                                          </p:val>
                                        </p:tav>
                                        <p:tav tm="100000">
                                          <p:val>
                                            <p:strVal val="#ppt_w"/>
                                          </p:val>
                                        </p:tav>
                                      </p:tavLst>
                                    </p:anim>
                                    <p:anim calcmode="lin" valueType="num">
                                      <p:cBhvr additive="base">
                                        <p:cTn id="13" dur="500" fill="hold" decel="100000"/>
                                        <p:tgtEl>
                                          <p:spTgt spid="8"/>
                                        </p:tgtEl>
                                        <p:attrNameLst>
                                          <p:attrName>ppt_h</p:attrName>
                                        </p:attrNameLst>
                                      </p:cBhvr>
                                      <p:tavLst>
                                        <p:tav tm="0">
                                          <p:val>
                                            <p:strVal val="0"/>
                                          </p:val>
                                        </p:tav>
                                        <p:tav tm="100000">
                                          <p:val>
                                            <p:strVal val="#ppt_h"/>
                                          </p:val>
                                        </p:tav>
                                      </p:tavLst>
                                    </p:anim>
                                    <p:animEffect transition="in" filter="fade">
                                      <p:cBhvr>
                                        <p:cTn id="14" dur="500"/>
                                        <p:tgtEl>
                                          <p:spTgt spid="8"/>
                                        </p:tgtEl>
                                      </p:cBhvr>
                                    </p:animEffect>
                                  </p:childTnLst>
                                </p:cTn>
                              </p:par>
                              <p:par>
                                <p:cTn id="15" presetID="42" presetClass="entr" presetSubtype="0" fill="hold" grpId="0" nodeType="withEffect">
                                  <p:stCondLst>
                                    <p:cond delay="1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50"/>
                                        <p:tgtEl>
                                          <p:spTgt spid="6"/>
                                        </p:tgtEl>
                                      </p:cBhvr>
                                    </p:animEffect>
                                    <p:anim calcmode="lin" valueType="num">
                                      <p:cBhvr additive="base">
                                        <p:cTn id="18" dur="550" fill="hold" decel="100000"/>
                                        <p:tgtEl>
                                          <p:spTgt spid="6"/>
                                        </p:tgtEl>
                                        <p:attrNameLst>
                                          <p:attrName>ppt_x</p:attrName>
                                        </p:attrNameLst>
                                      </p:cBhvr>
                                      <p:tavLst>
                                        <p:tav tm="0">
                                          <p:val>
                                            <p:strVal val="#ppt_x"/>
                                          </p:val>
                                        </p:tav>
                                        <p:tav tm="100000">
                                          <p:val>
                                            <p:strVal val="#ppt_x"/>
                                          </p:val>
                                        </p:tav>
                                      </p:tavLst>
                                    </p:anim>
                                    <p:anim calcmode="lin" valueType="num">
                                      <p:cBhvr additive="base">
                                        <p:cTn id="19" dur="550" fill="hold" decel="100000"/>
                                        <p:tgtEl>
                                          <p:spTgt spid="6"/>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1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additive="base">
                                        <p:cTn id="23"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500" fill="hold" decel="100000"/>
                                        <p:tgtEl>
                                          <p:spTgt spid="9"/>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additive="base">
                                        <p:cTn id="28"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500" fill="hold" decel="100000"/>
                                        <p:tgtEl>
                                          <p:spTgt spid="10"/>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p:stCondLst>
                                    <p:cond delay="2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additive="base">
                                        <p:cTn id="33" dur="50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500" fill="hold" decel="100000"/>
                                        <p:tgtEl>
                                          <p:spTgt spid="11"/>
                                        </p:tgtEl>
                                        <p:attrNameLst>
                                          <p:attrName>ppt_y</p:attrName>
                                        </p:attrNameLst>
                                      </p:cBhvr>
                                      <p:tavLst>
                                        <p:tav tm="0">
                                          <p:val>
                                            <p:strVal val="#ppt_y+0.05"/>
                                          </p:val>
                                        </p:tav>
                                        <p:tav tm="100000">
                                          <p:val>
                                            <p:strVal val="#ppt_y"/>
                                          </p:val>
                                        </p:tav>
                                      </p:tavLst>
                                    </p:anim>
                                  </p:childTnLst>
                                </p:cTn>
                              </p:par>
                              <p:par>
                                <p:cTn id="35" presetID="22" presetClass="entr" presetSubtype="8" fill="hold" grpId="0" nodeType="withEffect">
                                  <p:stCondLst>
                                    <p:cond delay="30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par>
                                <p:cTn id="38" presetID="53" presetClass="entr" presetSubtype="16" fill="hold" grpId="0" nodeType="withEffect">
                                  <p:stCondLst>
                                    <p:cond delay="45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decel="100000"/>
                                        <p:tgtEl>
                                          <p:spTgt spid="14"/>
                                        </p:tgtEl>
                                        <p:attrNameLst>
                                          <p:attrName>ppt_w</p:attrName>
                                        </p:attrNameLst>
                                      </p:cBhvr>
                                      <p:tavLst>
                                        <p:tav tm="0">
                                          <p:val>
                                            <p:strVal val="0"/>
                                          </p:val>
                                        </p:tav>
                                        <p:tav tm="100000">
                                          <p:val>
                                            <p:strVal val="#ppt_w"/>
                                          </p:val>
                                        </p:tav>
                                      </p:tavLst>
                                    </p:anim>
                                    <p:anim calcmode="lin" valueType="num">
                                      <p:cBhvr additive="base">
                                        <p:cTn id="41" dur="500" fill="hold" decel="100000"/>
                                        <p:tgtEl>
                                          <p:spTgt spid="14"/>
                                        </p:tgtEl>
                                        <p:attrNameLst>
                                          <p:attrName>ppt_h</p:attrName>
                                        </p:attrNameLst>
                                      </p:cBhvr>
                                      <p:tavLst>
                                        <p:tav tm="0">
                                          <p:val>
                                            <p:strVal val="0"/>
                                          </p:val>
                                        </p:tav>
                                        <p:tav tm="100000">
                                          <p:val>
                                            <p:strVal val="#ppt_h"/>
                                          </p:val>
                                        </p:tav>
                                      </p:tavLst>
                                    </p:anim>
                                    <p:animEffect transition="in" filter="fade">
                                      <p:cBhvr>
                                        <p:cTn id="42" dur="500"/>
                                        <p:tgtEl>
                                          <p:spTgt spid="14"/>
                                        </p:tgtEl>
                                      </p:cBhvr>
                                    </p:animEffect>
                                  </p:childTnLst>
                                </p:cTn>
                              </p:par>
                              <p:par>
                                <p:cTn id="43" presetID="53" presetClass="entr" presetSubtype="16" fill="hold" grpId="0" nodeType="withEffect">
                                  <p:stCondLst>
                                    <p:cond delay="45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decel="100000"/>
                                        <p:tgtEl>
                                          <p:spTgt spid="15"/>
                                        </p:tgtEl>
                                        <p:attrNameLst>
                                          <p:attrName>ppt_w</p:attrName>
                                        </p:attrNameLst>
                                      </p:cBhvr>
                                      <p:tavLst>
                                        <p:tav tm="0">
                                          <p:val>
                                            <p:strVal val="0"/>
                                          </p:val>
                                        </p:tav>
                                        <p:tav tm="100000">
                                          <p:val>
                                            <p:strVal val="#ppt_w"/>
                                          </p:val>
                                        </p:tav>
                                      </p:tavLst>
                                    </p:anim>
                                    <p:anim calcmode="lin" valueType="num">
                                      <p:cBhvr additive="base">
                                        <p:cTn id="46" dur="500" fill="hold" decel="100000"/>
                                        <p:tgtEl>
                                          <p:spTgt spid="15"/>
                                        </p:tgtEl>
                                        <p:attrNameLst>
                                          <p:attrName>ppt_h</p:attrName>
                                        </p:attrNameLst>
                                      </p:cBhvr>
                                      <p:tavLst>
                                        <p:tav tm="0">
                                          <p:val>
                                            <p:strVal val="0"/>
                                          </p:val>
                                        </p:tav>
                                        <p:tav tm="100000">
                                          <p:val>
                                            <p:strVal val="#ppt_h"/>
                                          </p:val>
                                        </p:tav>
                                      </p:tavLst>
                                    </p:anim>
                                    <p:animEffect transition="in" filter="fade">
                                      <p:cBhvr>
                                        <p:cTn id="47" dur="500"/>
                                        <p:tgtEl>
                                          <p:spTgt spid="15"/>
                                        </p:tgtEl>
                                      </p:cBhvr>
                                    </p:animEffect>
                                  </p:childTnLst>
                                </p:cTn>
                              </p:par>
                              <p:par>
                                <p:cTn id="48" presetID="42" presetClass="entr" presetSubtype="0" fill="hold" grpId="0" nodeType="withEffect">
                                  <p:stCondLst>
                                    <p:cond delay="55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550"/>
                                        <p:tgtEl>
                                          <p:spTgt spid="13"/>
                                        </p:tgtEl>
                                      </p:cBhvr>
                                    </p:animEffect>
                                    <p:anim calcmode="lin" valueType="num">
                                      <p:cBhvr additive="base">
                                        <p:cTn id="51" dur="550" fill="hold" decel="100000"/>
                                        <p:tgtEl>
                                          <p:spTgt spid="13"/>
                                        </p:tgtEl>
                                        <p:attrNameLst>
                                          <p:attrName>ppt_x</p:attrName>
                                        </p:attrNameLst>
                                      </p:cBhvr>
                                      <p:tavLst>
                                        <p:tav tm="0">
                                          <p:val>
                                            <p:strVal val="#ppt_x"/>
                                          </p:val>
                                        </p:tav>
                                        <p:tav tm="100000">
                                          <p:val>
                                            <p:strVal val="#ppt_x"/>
                                          </p:val>
                                        </p:tav>
                                      </p:tavLst>
                                    </p:anim>
                                    <p:anim calcmode="lin" valueType="num">
                                      <p:cBhvr additive="base">
                                        <p:cTn id="52" dur="550" fill="hold" decel="100000"/>
                                        <p:tgtEl>
                                          <p:spTgt spid="13"/>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p:stCondLst>
                                    <p:cond delay="6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additive="base">
                                        <p:cTn id="56"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57" dur="500" fill="hold" decel="100000"/>
                                        <p:tgtEl>
                                          <p:spTgt spid="16"/>
                                        </p:tgtEl>
                                        <p:attrNameLst>
                                          <p:attrName>ppt_y</p:attrName>
                                        </p:attrNameLst>
                                      </p:cBhvr>
                                      <p:tavLst>
                                        <p:tav tm="0">
                                          <p:val>
                                            <p:strVal val="#ppt_y+0.05"/>
                                          </p:val>
                                        </p:tav>
                                        <p:tav tm="100000">
                                          <p:val>
                                            <p:strVal val="#ppt_y"/>
                                          </p:val>
                                        </p:tav>
                                      </p:tavLst>
                                    </p:anim>
                                  </p:childTnLst>
                                </p:cTn>
                              </p:par>
                              <p:par>
                                <p:cTn id="58" presetID="42" presetClass="entr" presetSubtype="0" fill="hold" grpId="0" nodeType="withEffect">
                                  <p:stCondLst>
                                    <p:cond delay="6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additive="base">
                                        <p:cTn id="61"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62" dur="500" fill="hold" decel="100000"/>
                                        <p:tgtEl>
                                          <p:spTgt spid="17"/>
                                        </p:tgtEl>
                                        <p:attrNameLst>
                                          <p:attrName>ppt_y</p:attrName>
                                        </p:attrNameLst>
                                      </p:cBhvr>
                                      <p:tavLst>
                                        <p:tav tm="0">
                                          <p:val>
                                            <p:strVal val="#ppt_y+0.05"/>
                                          </p:val>
                                        </p:tav>
                                        <p:tav tm="100000">
                                          <p:val>
                                            <p:strVal val="#ppt_y"/>
                                          </p:val>
                                        </p:tav>
                                      </p:tavLst>
                                    </p:anim>
                                  </p:childTnLst>
                                </p:cTn>
                              </p:par>
                              <p:par>
                                <p:cTn id="63" presetID="42" presetClass="entr" presetSubtype="0" fill="hold" grpId="0" nodeType="withEffect">
                                  <p:stCondLst>
                                    <p:cond delay="65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anim calcmode="lin" valueType="num">
                                      <p:cBhvr additive="base">
                                        <p:cTn id="66"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67" dur="500" fill="hold" decel="100000"/>
                                        <p:tgtEl>
                                          <p:spTgt spid="18"/>
                                        </p:tgtEl>
                                        <p:attrNameLst>
                                          <p:attrName>ppt_y</p:attrName>
                                        </p:attrNameLst>
                                      </p:cBhvr>
                                      <p:tavLst>
                                        <p:tav tm="0">
                                          <p:val>
                                            <p:strVal val="#ppt_y+0.05"/>
                                          </p:val>
                                        </p:tav>
                                        <p:tav tm="100000">
                                          <p:val>
                                            <p:strVal val="#ppt_y"/>
                                          </p:val>
                                        </p:tav>
                                      </p:tavLst>
                                    </p:anim>
                                  </p:childTnLst>
                                </p:cTn>
                              </p:par>
                              <p:par>
                                <p:cTn id="68" presetID="22" presetClass="entr" presetSubtype="8" fill="hold" grpId="0" nodeType="withEffect">
                                  <p:stCondLst>
                                    <p:cond delay="750"/>
                                  </p:stCondLst>
                                  <p:childTnLst>
                                    <p:set>
                                      <p:cBhvr>
                                        <p:cTn id="69" dur="1" fill="hold">
                                          <p:stCondLst>
                                            <p:cond delay="0"/>
                                          </p:stCondLst>
                                        </p:cTn>
                                        <p:tgtEl>
                                          <p:spTgt spid="19"/>
                                        </p:tgtEl>
                                        <p:attrNameLst>
                                          <p:attrName>style.visibility</p:attrName>
                                        </p:attrNameLst>
                                      </p:cBhvr>
                                      <p:to>
                                        <p:strVal val="visible"/>
                                      </p:to>
                                    </p:set>
                                    <p:animEffect transition="in" filter="wipe(left)">
                                      <p:cBhvr>
                                        <p:cTn id="70" dur="500"/>
                                        <p:tgtEl>
                                          <p:spTgt spid="19"/>
                                        </p:tgtEl>
                                      </p:cBhvr>
                                    </p:animEffect>
                                  </p:childTnLst>
                                </p:cTn>
                              </p:par>
                              <p:par>
                                <p:cTn id="71" presetID="53" presetClass="entr" presetSubtype="16" fill="hold" grpId="0" nodeType="withEffect">
                                  <p:stCondLst>
                                    <p:cond delay="90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decel="100000"/>
                                        <p:tgtEl>
                                          <p:spTgt spid="21"/>
                                        </p:tgtEl>
                                        <p:attrNameLst>
                                          <p:attrName>ppt_w</p:attrName>
                                        </p:attrNameLst>
                                      </p:cBhvr>
                                      <p:tavLst>
                                        <p:tav tm="0">
                                          <p:val>
                                            <p:strVal val="0"/>
                                          </p:val>
                                        </p:tav>
                                        <p:tav tm="100000">
                                          <p:val>
                                            <p:strVal val="#ppt_w"/>
                                          </p:val>
                                        </p:tav>
                                      </p:tavLst>
                                    </p:anim>
                                    <p:anim calcmode="lin" valueType="num">
                                      <p:cBhvr additive="base">
                                        <p:cTn id="74" dur="500" fill="hold" decel="100000"/>
                                        <p:tgtEl>
                                          <p:spTgt spid="21"/>
                                        </p:tgtEl>
                                        <p:attrNameLst>
                                          <p:attrName>ppt_h</p:attrName>
                                        </p:attrNameLst>
                                      </p:cBhvr>
                                      <p:tavLst>
                                        <p:tav tm="0">
                                          <p:val>
                                            <p:strVal val="0"/>
                                          </p:val>
                                        </p:tav>
                                        <p:tav tm="100000">
                                          <p:val>
                                            <p:strVal val="#ppt_h"/>
                                          </p:val>
                                        </p:tav>
                                      </p:tavLst>
                                    </p:anim>
                                    <p:animEffect transition="in" filter="fade">
                                      <p:cBhvr>
                                        <p:cTn id="75" dur="500"/>
                                        <p:tgtEl>
                                          <p:spTgt spid="21"/>
                                        </p:tgtEl>
                                      </p:cBhvr>
                                    </p:animEffect>
                                  </p:childTnLst>
                                </p:cTn>
                              </p:par>
                              <p:par>
                                <p:cTn id="76" presetID="53" presetClass="entr" presetSubtype="16" fill="hold" grpId="0" nodeType="withEffect">
                                  <p:stCondLst>
                                    <p:cond delay="90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decel="100000"/>
                                        <p:tgtEl>
                                          <p:spTgt spid="22"/>
                                        </p:tgtEl>
                                        <p:attrNameLst>
                                          <p:attrName>ppt_w</p:attrName>
                                        </p:attrNameLst>
                                      </p:cBhvr>
                                      <p:tavLst>
                                        <p:tav tm="0">
                                          <p:val>
                                            <p:strVal val="0"/>
                                          </p:val>
                                        </p:tav>
                                        <p:tav tm="100000">
                                          <p:val>
                                            <p:strVal val="#ppt_w"/>
                                          </p:val>
                                        </p:tav>
                                      </p:tavLst>
                                    </p:anim>
                                    <p:anim calcmode="lin" valueType="num">
                                      <p:cBhvr additive="base">
                                        <p:cTn id="79" dur="500" fill="hold" decel="100000"/>
                                        <p:tgtEl>
                                          <p:spTgt spid="22"/>
                                        </p:tgtEl>
                                        <p:attrNameLst>
                                          <p:attrName>ppt_h</p:attrName>
                                        </p:attrNameLst>
                                      </p:cBhvr>
                                      <p:tavLst>
                                        <p:tav tm="0">
                                          <p:val>
                                            <p:strVal val="0"/>
                                          </p:val>
                                        </p:tav>
                                        <p:tav tm="100000">
                                          <p:val>
                                            <p:strVal val="#ppt_h"/>
                                          </p:val>
                                        </p:tav>
                                      </p:tavLst>
                                    </p:anim>
                                    <p:animEffect transition="in" filter="fade">
                                      <p:cBhvr>
                                        <p:cTn id="80" dur="500"/>
                                        <p:tgtEl>
                                          <p:spTgt spid="22"/>
                                        </p:tgtEl>
                                      </p:cBhvr>
                                    </p:animEffect>
                                  </p:childTnLst>
                                </p:cTn>
                              </p:par>
                              <p:par>
                                <p:cTn id="81" presetID="42" presetClass="entr" presetSubtype="0" fill="hold" grpId="0" nodeType="withEffect">
                                  <p:stCondLst>
                                    <p:cond delay="100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50"/>
                                        <p:tgtEl>
                                          <p:spTgt spid="20"/>
                                        </p:tgtEl>
                                      </p:cBhvr>
                                    </p:animEffect>
                                    <p:anim calcmode="lin" valueType="num">
                                      <p:cBhvr additive="base">
                                        <p:cTn id="84" dur="550" fill="hold" decel="100000"/>
                                        <p:tgtEl>
                                          <p:spTgt spid="20"/>
                                        </p:tgtEl>
                                        <p:attrNameLst>
                                          <p:attrName>ppt_x</p:attrName>
                                        </p:attrNameLst>
                                      </p:cBhvr>
                                      <p:tavLst>
                                        <p:tav tm="0">
                                          <p:val>
                                            <p:strVal val="#ppt_x"/>
                                          </p:val>
                                        </p:tav>
                                        <p:tav tm="100000">
                                          <p:val>
                                            <p:strVal val="#ppt_x"/>
                                          </p:val>
                                        </p:tav>
                                      </p:tavLst>
                                    </p:anim>
                                    <p:anim calcmode="lin" valueType="num">
                                      <p:cBhvr additive="base">
                                        <p:cTn id="85" dur="550" fill="hold" decel="100000"/>
                                        <p:tgtEl>
                                          <p:spTgt spid="20"/>
                                        </p:tgtEl>
                                        <p:attrNameLst>
                                          <p:attrName>ppt_y</p:attrName>
                                        </p:attrNameLst>
                                      </p:cBhvr>
                                      <p:tavLst>
                                        <p:tav tm="0">
                                          <p:val>
                                            <p:strVal val="#ppt_y+0.05"/>
                                          </p:val>
                                        </p:tav>
                                        <p:tav tm="100000">
                                          <p:val>
                                            <p:strVal val="#ppt_y"/>
                                          </p:val>
                                        </p:tav>
                                      </p:tavLst>
                                    </p:anim>
                                  </p:childTnLst>
                                </p:cTn>
                              </p:par>
                              <p:par>
                                <p:cTn id="86" presetID="42" presetClass="entr" presetSubtype="0" fill="hold" grpId="0" nodeType="withEffect">
                                  <p:stCondLst>
                                    <p:cond delay="105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00"/>
                                        <p:tgtEl>
                                          <p:spTgt spid="23"/>
                                        </p:tgtEl>
                                      </p:cBhvr>
                                    </p:animEffect>
                                    <p:anim calcmode="lin" valueType="num">
                                      <p:cBhvr additive="base">
                                        <p:cTn id="89" dur="500" fill="hold" decel="100000"/>
                                        <p:tgtEl>
                                          <p:spTgt spid="23"/>
                                        </p:tgtEl>
                                        <p:attrNameLst>
                                          <p:attrName>ppt_x</p:attrName>
                                        </p:attrNameLst>
                                      </p:cBhvr>
                                      <p:tavLst>
                                        <p:tav tm="0">
                                          <p:val>
                                            <p:strVal val="#ppt_x"/>
                                          </p:val>
                                        </p:tav>
                                        <p:tav tm="100000">
                                          <p:val>
                                            <p:strVal val="#ppt_x"/>
                                          </p:val>
                                        </p:tav>
                                      </p:tavLst>
                                    </p:anim>
                                    <p:anim calcmode="lin" valueType="num">
                                      <p:cBhvr additive="base">
                                        <p:cTn id="90" dur="500" fill="hold" decel="100000"/>
                                        <p:tgtEl>
                                          <p:spTgt spid="23"/>
                                        </p:tgtEl>
                                        <p:attrNameLst>
                                          <p:attrName>ppt_y</p:attrName>
                                        </p:attrNameLst>
                                      </p:cBhvr>
                                      <p:tavLst>
                                        <p:tav tm="0">
                                          <p:val>
                                            <p:strVal val="#ppt_y+0.05"/>
                                          </p:val>
                                        </p:tav>
                                        <p:tav tm="100000">
                                          <p:val>
                                            <p:strVal val="#ppt_y"/>
                                          </p:val>
                                        </p:tav>
                                      </p:tavLst>
                                    </p:anim>
                                  </p:childTnLst>
                                </p:cTn>
                              </p:par>
                              <p:par>
                                <p:cTn id="91" presetID="42" presetClass="entr" presetSubtype="0" fill="hold" grpId="0" nodeType="withEffect">
                                  <p:stCondLst>
                                    <p:cond delay="105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additive="base">
                                        <p:cTn id="94" dur="500" fill="hold" decel="100000"/>
                                        <p:tgtEl>
                                          <p:spTgt spid="24"/>
                                        </p:tgtEl>
                                        <p:attrNameLst>
                                          <p:attrName>ppt_x</p:attrName>
                                        </p:attrNameLst>
                                      </p:cBhvr>
                                      <p:tavLst>
                                        <p:tav tm="0">
                                          <p:val>
                                            <p:strVal val="#ppt_x"/>
                                          </p:val>
                                        </p:tav>
                                        <p:tav tm="100000">
                                          <p:val>
                                            <p:strVal val="#ppt_x"/>
                                          </p:val>
                                        </p:tav>
                                      </p:tavLst>
                                    </p:anim>
                                    <p:anim calcmode="lin" valueType="num">
                                      <p:cBhvr additive="base">
                                        <p:cTn id="95" dur="500" fill="hold" decel="100000"/>
                                        <p:tgtEl>
                                          <p:spTgt spid="24"/>
                                        </p:tgtEl>
                                        <p:attrNameLst>
                                          <p:attrName>ppt_y</p:attrName>
                                        </p:attrNameLst>
                                      </p:cBhvr>
                                      <p:tavLst>
                                        <p:tav tm="0">
                                          <p:val>
                                            <p:strVal val="#ppt_y+0.05"/>
                                          </p:val>
                                        </p:tav>
                                        <p:tav tm="100000">
                                          <p:val>
                                            <p:strVal val="#ppt_y"/>
                                          </p:val>
                                        </p:tav>
                                      </p:tavLst>
                                    </p:anim>
                                  </p:childTnLst>
                                </p:cTn>
                              </p:par>
                              <p:par>
                                <p:cTn id="96" presetID="42" presetClass="entr" presetSubtype="0" fill="hold" grpId="0" nodeType="withEffect">
                                  <p:stCondLst>
                                    <p:cond delay="1100"/>
                                  </p:stCondLst>
                                  <p:childTnLst>
                                    <p:set>
                                      <p:cBhvr>
                                        <p:cTn id="97" dur="1" fill="hold">
                                          <p:stCondLst>
                                            <p:cond delay="0"/>
                                          </p:stCondLst>
                                        </p:cTn>
                                        <p:tgtEl>
                                          <p:spTgt spid="25"/>
                                        </p:tgtEl>
                                        <p:attrNameLst>
                                          <p:attrName>style.visibility</p:attrName>
                                        </p:attrNameLst>
                                      </p:cBhvr>
                                      <p:to>
                                        <p:strVal val="visible"/>
                                      </p:to>
                                    </p:set>
                                    <p:animEffect transition="in" filter="fade">
                                      <p:cBhvr>
                                        <p:cTn id="98" dur="500"/>
                                        <p:tgtEl>
                                          <p:spTgt spid="25"/>
                                        </p:tgtEl>
                                      </p:cBhvr>
                                    </p:animEffect>
                                    <p:anim calcmode="lin" valueType="num">
                                      <p:cBhvr additive="base">
                                        <p:cTn id="99" dur="500" fill="hold" decel="100000"/>
                                        <p:tgtEl>
                                          <p:spTgt spid="25"/>
                                        </p:tgtEl>
                                        <p:attrNameLst>
                                          <p:attrName>ppt_x</p:attrName>
                                        </p:attrNameLst>
                                      </p:cBhvr>
                                      <p:tavLst>
                                        <p:tav tm="0">
                                          <p:val>
                                            <p:strVal val="#ppt_x"/>
                                          </p:val>
                                        </p:tav>
                                        <p:tav tm="100000">
                                          <p:val>
                                            <p:strVal val="#ppt_x"/>
                                          </p:val>
                                        </p:tav>
                                      </p:tavLst>
                                    </p:anim>
                                    <p:anim calcmode="lin" valueType="num">
                                      <p:cBhvr additive="base">
                                        <p:cTn id="100" dur="500" fill="hold" decel="100000"/>
                                        <p:tgtEl>
                                          <p:spTgt spid="25"/>
                                        </p:tgtEl>
                                        <p:attrNameLst>
                                          <p:attrName>ppt_y</p:attrName>
                                        </p:attrNameLst>
                                      </p:cBhvr>
                                      <p:tavLst>
                                        <p:tav tm="0">
                                          <p:val>
                                            <p:strVal val="#ppt_y+0.05"/>
                                          </p:val>
                                        </p:tav>
                                        <p:tav tm="100000">
                                          <p:val>
                                            <p:strVal val="#ppt_y"/>
                                          </p:val>
                                        </p:tav>
                                      </p:tavLst>
                                    </p:anim>
                                  </p:childTnLst>
                                </p:cTn>
                              </p:par>
                              <p:par>
                                <p:cTn id="101" presetID="22" presetClass="entr" presetSubtype="8" fill="hold" grpId="0" nodeType="withEffect">
                                  <p:stCondLst>
                                    <p:cond delay="1200"/>
                                  </p:stCondLst>
                                  <p:childTnLst>
                                    <p:set>
                                      <p:cBhvr>
                                        <p:cTn id="102" dur="1" fill="hold">
                                          <p:stCondLst>
                                            <p:cond delay="0"/>
                                          </p:stCondLst>
                                        </p:cTn>
                                        <p:tgtEl>
                                          <p:spTgt spid="26"/>
                                        </p:tgtEl>
                                        <p:attrNameLst>
                                          <p:attrName>style.visibility</p:attrName>
                                        </p:attrNameLst>
                                      </p:cBhvr>
                                      <p:to>
                                        <p:strVal val="visible"/>
                                      </p:to>
                                    </p:set>
                                    <p:animEffect transition="in" filter="wipe(left)">
                                      <p:cBhvr>
                                        <p:cTn id="103" dur="500"/>
                                        <p:tgtEl>
                                          <p:spTgt spid="26"/>
                                        </p:tgtEl>
                                      </p:cBhvr>
                                    </p:animEffect>
                                  </p:childTnLst>
                                </p:cTn>
                              </p:par>
                              <p:par>
                                <p:cTn id="104" presetID="53" presetClass="entr" presetSubtype="16" fill="hold" grpId="0" nodeType="withEffect">
                                  <p:stCondLst>
                                    <p:cond delay="1350"/>
                                  </p:stCondLst>
                                  <p:childTnLst>
                                    <p:set>
                                      <p:cBhvr>
                                        <p:cTn id="105" dur="1" fill="hold">
                                          <p:stCondLst>
                                            <p:cond delay="0"/>
                                          </p:stCondLst>
                                        </p:cTn>
                                        <p:tgtEl>
                                          <p:spTgt spid="28"/>
                                        </p:tgtEl>
                                        <p:attrNameLst>
                                          <p:attrName>style.visibility</p:attrName>
                                        </p:attrNameLst>
                                      </p:cBhvr>
                                      <p:to>
                                        <p:strVal val="visible"/>
                                      </p:to>
                                    </p:set>
                                    <p:anim calcmode="lin" valueType="num">
                                      <p:cBhvr additive="base">
                                        <p:cTn id="106" dur="500" fill="hold" decel="100000"/>
                                        <p:tgtEl>
                                          <p:spTgt spid="28"/>
                                        </p:tgtEl>
                                        <p:attrNameLst>
                                          <p:attrName>ppt_w</p:attrName>
                                        </p:attrNameLst>
                                      </p:cBhvr>
                                      <p:tavLst>
                                        <p:tav tm="0">
                                          <p:val>
                                            <p:strVal val="0"/>
                                          </p:val>
                                        </p:tav>
                                        <p:tav tm="100000">
                                          <p:val>
                                            <p:strVal val="#ppt_w"/>
                                          </p:val>
                                        </p:tav>
                                      </p:tavLst>
                                    </p:anim>
                                    <p:anim calcmode="lin" valueType="num">
                                      <p:cBhvr additive="base">
                                        <p:cTn id="107" dur="500" fill="hold" decel="100000"/>
                                        <p:tgtEl>
                                          <p:spTgt spid="28"/>
                                        </p:tgtEl>
                                        <p:attrNameLst>
                                          <p:attrName>ppt_h</p:attrName>
                                        </p:attrNameLst>
                                      </p:cBhvr>
                                      <p:tavLst>
                                        <p:tav tm="0">
                                          <p:val>
                                            <p:strVal val="0"/>
                                          </p:val>
                                        </p:tav>
                                        <p:tav tm="100000">
                                          <p:val>
                                            <p:strVal val="#ppt_h"/>
                                          </p:val>
                                        </p:tav>
                                      </p:tavLst>
                                    </p:anim>
                                    <p:animEffect transition="in" filter="fade">
                                      <p:cBhvr>
                                        <p:cTn id="108" dur="500"/>
                                        <p:tgtEl>
                                          <p:spTgt spid="28"/>
                                        </p:tgtEl>
                                      </p:cBhvr>
                                    </p:animEffect>
                                  </p:childTnLst>
                                </p:cTn>
                              </p:par>
                              <p:par>
                                <p:cTn id="109" presetID="53" presetClass="entr" presetSubtype="16" fill="hold" grpId="0" nodeType="withEffect">
                                  <p:stCondLst>
                                    <p:cond delay="135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decel="100000"/>
                                        <p:tgtEl>
                                          <p:spTgt spid="29"/>
                                        </p:tgtEl>
                                        <p:attrNameLst>
                                          <p:attrName>ppt_w</p:attrName>
                                        </p:attrNameLst>
                                      </p:cBhvr>
                                      <p:tavLst>
                                        <p:tav tm="0">
                                          <p:val>
                                            <p:strVal val="0"/>
                                          </p:val>
                                        </p:tav>
                                        <p:tav tm="100000">
                                          <p:val>
                                            <p:strVal val="#ppt_w"/>
                                          </p:val>
                                        </p:tav>
                                      </p:tavLst>
                                    </p:anim>
                                    <p:anim calcmode="lin" valueType="num">
                                      <p:cBhvr additive="base">
                                        <p:cTn id="112" dur="500" fill="hold" decel="100000"/>
                                        <p:tgtEl>
                                          <p:spTgt spid="29"/>
                                        </p:tgtEl>
                                        <p:attrNameLst>
                                          <p:attrName>ppt_h</p:attrName>
                                        </p:attrNameLst>
                                      </p:cBhvr>
                                      <p:tavLst>
                                        <p:tav tm="0">
                                          <p:val>
                                            <p:strVal val="0"/>
                                          </p:val>
                                        </p:tav>
                                        <p:tav tm="100000">
                                          <p:val>
                                            <p:strVal val="#ppt_h"/>
                                          </p:val>
                                        </p:tav>
                                      </p:tavLst>
                                    </p:anim>
                                    <p:animEffect transition="in" filter="fade">
                                      <p:cBhvr>
                                        <p:cTn id="113" dur="500"/>
                                        <p:tgtEl>
                                          <p:spTgt spid="29"/>
                                        </p:tgtEl>
                                      </p:cBhvr>
                                    </p:animEffect>
                                  </p:childTnLst>
                                </p:cTn>
                              </p:par>
                              <p:par>
                                <p:cTn id="114" presetID="42" presetClass="entr" presetSubtype="0" fill="hold" grpId="0" nodeType="withEffect">
                                  <p:stCondLst>
                                    <p:cond delay="1450"/>
                                  </p:stCondLst>
                                  <p:childTnLst>
                                    <p:set>
                                      <p:cBhvr>
                                        <p:cTn id="115" dur="1" fill="hold">
                                          <p:stCondLst>
                                            <p:cond delay="0"/>
                                          </p:stCondLst>
                                        </p:cTn>
                                        <p:tgtEl>
                                          <p:spTgt spid="27"/>
                                        </p:tgtEl>
                                        <p:attrNameLst>
                                          <p:attrName>style.visibility</p:attrName>
                                        </p:attrNameLst>
                                      </p:cBhvr>
                                      <p:to>
                                        <p:strVal val="visible"/>
                                      </p:to>
                                    </p:set>
                                    <p:animEffect transition="in" filter="fade">
                                      <p:cBhvr>
                                        <p:cTn id="116" dur="550"/>
                                        <p:tgtEl>
                                          <p:spTgt spid="27"/>
                                        </p:tgtEl>
                                      </p:cBhvr>
                                    </p:animEffect>
                                    <p:anim calcmode="lin" valueType="num">
                                      <p:cBhvr additive="base">
                                        <p:cTn id="117" dur="550" fill="hold" decel="100000"/>
                                        <p:tgtEl>
                                          <p:spTgt spid="27"/>
                                        </p:tgtEl>
                                        <p:attrNameLst>
                                          <p:attrName>ppt_x</p:attrName>
                                        </p:attrNameLst>
                                      </p:cBhvr>
                                      <p:tavLst>
                                        <p:tav tm="0">
                                          <p:val>
                                            <p:strVal val="#ppt_x"/>
                                          </p:val>
                                        </p:tav>
                                        <p:tav tm="100000">
                                          <p:val>
                                            <p:strVal val="#ppt_x"/>
                                          </p:val>
                                        </p:tav>
                                      </p:tavLst>
                                    </p:anim>
                                    <p:anim calcmode="lin" valueType="num">
                                      <p:cBhvr additive="base">
                                        <p:cTn id="118" dur="550" fill="hold" decel="100000"/>
                                        <p:tgtEl>
                                          <p:spTgt spid="27"/>
                                        </p:tgtEl>
                                        <p:attrNameLst>
                                          <p:attrName>ppt_y</p:attrName>
                                        </p:attrNameLst>
                                      </p:cBhvr>
                                      <p:tavLst>
                                        <p:tav tm="0">
                                          <p:val>
                                            <p:strVal val="#ppt_y+0.05"/>
                                          </p:val>
                                        </p:tav>
                                        <p:tav tm="100000">
                                          <p:val>
                                            <p:strVal val="#ppt_y"/>
                                          </p:val>
                                        </p:tav>
                                      </p:tavLst>
                                    </p:anim>
                                  </p:childTnLst>
                                </p:cTn>
                              </p:par>
                              <p:par>
                                <p:cTn id="119" presetID="42" presetClass="entr" presetSubtype="0" fill="hold" grpId="0" nodeType="withEffect">
                                  <p:stCondLst>
                                    <p:cond delay="150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500"/>
                                        <p:tgtEl>
                                          <p:spTgt spid="30"/>
                                        </p:tgtEl>
                                      </p:cBhvr>
                                    </p:animEffect>
                                    <p:anim calcmode="lin" valueType="num">
                                      <p:cBhvr additive="base">
                                        <p:cTn id="122" dur="500" fill="hold" decel="100000"/>
                                        <p:tgtEl>
                                          <p:spTgt spid="30"/>
                                        </p:tgtEl>
                                        <p:attrNameLst>
                                          <p:attrName>ppt_x</p:attrName>
                                        </p:attrNameLst>
                                      </p:cBhvr>
                                      <p:tavLst>
                                        <p:tav tm="0">
                                          <p:val>
                                            <p:strVal val="#ppt_x"/>
                                          </p:val>
                                        </p:tav>
                                        <p:tav tm="100000">
                                          <p:val>
                                            <p:strVal val="#ppt_x"/>
                                          </p:val>
                                        </p:tav>
                                      </p:tavLst>
                                    </p:anim>
                                    <p:anim calcmode="lin" valueType="num">
                                      <p:cBhvr additive="base">
                                        <p:cTn id="123" dur="500" fill="hold" decel="100000"/>
                                        <p:tgtEl>
                                          <p:spTgt spid="30"/>
                                        </p:tgtEl>
                                        <p:attrNameLst>
                                          <p:attrName>ppt_y</p:attrName>
                                        </p:attrNameLst>
                                      </p:cBhvr>
                                      <p:tavLst>
                                        <p:tav tm="0">
                                          <p:val>
                                            <p:strVal val="#ppt_y+0.05"/>
                                          </p:val>
                                        </p:tav>
                                        <p:tav tm="100000">
                                          <p:val>
                                            <p:strVal val="#ppt_y"/>
                                          </p:val>
                                        </p:tav>
                                      </p:tavLst>
                                    </p:anim>
                                  </p:childTnLst>
                                </p:cTn>
                              </p:par>
                              <p:par>
                                <p:cTn id="124" presetID="42" presetClass="entr" presetSubtype="0" fill="hold" grpId="0" nodeType="withEffect">
                                  <p:stCondLst>
                                    <p:cond delay="150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500"/>
                                        <p:tgtEl>
                                          <p:spTgt spid="31"/>
                                        </p:tgtEl>
                                      </p:cBhvr>
                                    </p:animEffect>
                                    <p:anim calcmode="lin" valueType="num">
                                      <p:cBhvr additive="base">
                                        <p:cTn id="127" dur="500" fill="hold" decel="100000"/>
                                        <p:tgtEl>
                                          <p:spTgt spid="31"/>
                                        </p:tgtEl>
                                        <p:attrNameLst>
                                          <p:attrName>ppt_x</p:attrName>
                                        </p:attrNameLst>
                                      </p:cBhvr>
                                      <p:tavLst>
                                        <p:tav tm="0">
                                          <p:val>
                                            <p:strVal val="#ppt_x"/>
                                          </p:val>
                                        </p:tav>
                                        <p:tav tm="100000">
                                          <p:val>
                                            <p:strVal val="#ppt_x"/>
                                          </p:val>
                                        </p:tav>
                                      </p:tavLst>
                                    </p:anim>
                                    <p:anim calcmode="lin" valueType="num">
                                      <p:cBhvr additive="base">
                                        <p:cTn id="128" dur="500" fill="hold" decel="100000"/>
                                        <p:tgtEl>
                                          <p:spTgt spid="31"/>
                                        </p:tgtEl>
                                        <p:attrNameLst>
                                          <p:attrName>ppt_y</p:attrName>
                                        </p:attrNameLst>
                                      </p:cBhvr>
                                      <p:tavLst>
                                        <p:tav tm="0">
                                          <p:val>
                                            <p:strVal val="#ppt_y+0.05"/>
                                          </p:val>
                                        </p:tav>
                                        <p:tav tm="100000">
                                          <p:val>
                                            <p:strVal val="#ppt_y"/>
                                          </p:val>
                                        </p:tav>
                                      </p:tavLst>
                                    </p:anim>
                                  </p:childTnLst>
                                </p:cTn>
                              </p:par>
                              <p:par>
                                <p:cTn id="129" presetID="42" presetClass="entr" presetSubtype="0" fill="hold" grpId="0" nodeType="withEffect">
                                  <p:stCondLst>
                                    <p:cond delay="155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500"/>
                                        <p:tgtEl>
                                          <p:spTgt spid="32"/>
                                        </p:tgtEl>
                                      </p:cBhvr>
                                    </p:animEffect>
                                    <p:anim calcmode="lin" valueType="num">
                                      <p:cBhvr additive="base">
                                        <p:cTn id="132" dur="500" fill="hold" decel="100000"/>
                                        <p:tgtEl>
                                          <p:spTgt spid="32"/>
                                        </p:tgtEl>
                                        <p:attrNameLst>
                                          <p:attrName>ppt_x</p:attrName>
                                        </p:attrNameLst>
                                      </p:cBhvr>
                                      <p:tavLst>
                                        <p:tav tm="0">
                                          <p:val>
                                            <p:strVal val="#ppt_x"/>
                                          </p:val>
                                        </p:tav>
                                        <p:tav tm="100000">
                                          <p:val>
                                            <p:strVal val="#ppt_x"/>
                                          </p:val>
                                        </p:tav>
                                      </p:tavLst>
                                    </p:anim>
                                    <p:anim calcmode="lin" valueType="num">
                                      <p:cBhvr additive="base">
                                        <p:cTn id="133" dur="500" fill="hold" decel="100000"/>
                                        <p:tgtEl>
                                          <p:spTgt spid="32"/>
                                        </p:tgtEl>
                                        <p:attrNameLst>
                                          <p:attrName>ppt_y</p:attrName>
                                        </p:attrNameLst>
                                      </p:cBhvr>
                                      <p:tavLst>
                                        <p:tav tm="0">
                                          <p:val>
                                            <p:strVal val="#ppt_y+0.05"/>
                                          </p:val>
                                        </p:tav>
                                        <p:tav tm="100000">
                                          <p:val>
                                            <p:strVal val="#ppt_y"/>
                                          </p:val>
                                        </p:tav>
                                      </p:tavLst>
                                    </p:anim>
                                  </p:childTnLst>
                                </p:cTn>
                              </p:par>
                              <p:par>
                                <p:cTn id="134" presetID="10" presetClass="entr" presetSubtype="0" fill="hold" grpId="0" nodeType="withEffect">
                                  <p:stCondLst>
                                    <p:cond delay="200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500"/>
                                        <p:tgtEl>
                                          <p:spTgt spid="33"/>
                                        </p:tgtEl>
                                      </p:cBhvr>
                                    </p:animEffect>
                                  </p:childTnLst>
                                </p:cTn>
                              </p:par>
                              <p:par>
                                <p:cTn id="137" presetID="10" presetClass="entr" presetSubtype="0" fill="hold" grpId="0" nodeType="withEffect">
                                  <p:stCondLst>
                                    <p:cond delay="2000"/>
                                  </p:stCondLst>
                                  <p:childTnLst>
                                    <p:set>
                                      <p:cBhvr>
                                        <p:cTn id="138" dur="1" fill="hold">
                                          <p:stCondLst>
                                            <p:cond delay="0"/>
                                          </p:stCondLst>
                                        </p:cTn>
                                        <p:tgtEl>
                                          <p:spTgt spid="34"/>
                                        </p:tgtEl>
                                        <p:attrNameLst>
                                          <p:attrName>style.visibility</p:attrName>
                                        </p:attrNameLst>
                                      </p:cBhvr>
                                      <p:to>
                                        <p:strVal val="visible"/>
                                      </p:to>
                                    </p:set>
                                    <p:animEffect transition="in" filter="fade">
                                      <p:cBhvr>
                                        <p:cTn id="1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9" grpId="0" animBg="1"/>
      <p:bldP spid="10" grpId="0" animBg="1"/>
      <p:bldP spid="11" grpId="0" animBg="1"/>
      <p:bldP spid="12" grpId="0" animBg="1"/>
      <p:bldP spid="14" grpId="0" animBg="1"/>
      <p:bldP spid="13" grpId="0" animBg="1"/>
      <p:bldP spid="16" grpId="0" animBg="1"/>
      <p:bldP spid="17" grpId="0" animBg="1"/>
      <p:bldP spid="18" grpId="0" animBg="1"/>
      <p:bldP spid="19" grpId="0" animBg="1"/>
      <p:bldP spid="21" grpId="0" animBg="1"/>
      <p:bldP spid="20" grpId="0" animBg="1"/>
      <p:bldP spid="23" grpId="0" animBg="1"/>
      <p:bldP spid="24" grpId="0" animBg="1"/>
      <p:bldP spid="25" grpId="0" animBg="1"/>
      <p:bldP spid="26" grpId="0" animBg="1"/>
      <p:bldP spid="28" grpId="0" animBg="1"/>
      <p:bldP spid="27" grpId="0" animBg="1"/>
      <p:bldP spid="30" grpId="0" animBg="1"/>
      <p:bldP spid="31" grpId="0" animBg="1"/>
      <p:bldP spid="32"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orbA"/>
          <p:cNvSpPr/>
          <p:nvPr/>
        </p:nvSpPr>
        <p:spPr>
          <a:xfrm>
            <a:off x="-1828800" y="-2011680"/>
            <a:ext cx="3840480" cy="3840480"/>
          </a:xfrm>
          <a:prstGeom prst="ellipse">
            <a:avLst/>
          </a:prstGeom>
          <a:solidFill>
            <a:schemeClr val="bg1"/>
          </a:solidFill>
          <a:ln/>
        </p:spPr>
      </p:sp>
      <p:sp>
        <p:nvSpPr>
          <p:cNvPr id="3" name="!!orbB"/>
          <p:cNvSpPr/>
          <p:nvPr/>
        </p:nvSpPr>
        <p:spPr>
          <a:xfrm>
            <a:off x="11521440" y="3931920"/>
            <a:ext cx="1280160" cy="1280160"/>
          </a:xfrm>
          <a:prstGeom prst="ellipse">
            <a:avLst/>
          </a:prstGeom>
          <a:solidFill>
            <a:schemeClr val="accent2">
              <a:alpha val="25000"/>
            </a:schemeClr>
          </a:solidFill>
          <a:ln/>
        </p:spPr>
      </p:sp>
      <p:sp>
        <p:nvSpPr>
          <p:cNvPr id="4" name="!!orbC"/>
          <p:cNvSpPr/>
          <p:nvPr/>
        </p:nvSpPr>
        <p:spPr>
          <a:xfrm>
            <a:off x="10881360" y="-274320"/>
            <a:ext cx="822960" cy="822960"/>
          </a:xfrm>
          <a:prstGeom prst="ellipse">
            <a:avLst/>
          </a:prstGeom>
          <a:solidFill>
            <a:schemeClr val="accent1">
              <a:alpha val="3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Everything in one app</a:t>
            </a:r>
            <a:endParaRPr lang="en-US" sz="3600" dirty="0"/>
          </a:p>
        </p:txBody>
      </p:sp>
      <p:sp>
        <p:nvSpPr>
          <p:cNvPr id="6" name="shape_126"/>
          <p:cNvSpPr/>
          <p:nvPr/>
        </p:nvSpPr>
        <p:spPr>
          <a:xfrm>
            <a:off x="548640" y="1600200"/>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7" name="shape_127"/>
          <p:cNvSpPr/>
          <p:nvPr/>
        </p:nvSpPr>
        <p:spPr>
          <a:xfrm>
            <a:off x="822960" y="1874520"/>
            <a:ext cx="658368" cy="658368"/>
          </a:xfrm>
          <a:prstGeom prst="ellipse">
            <a:avLst/>
          </a:prstGeom>
          <a:solidFill>
            <a:schemeClr val="bg2"/>
          </a:solidFill>
          <a:ln/>
        </p:spPr>
      </p:sp>
      <p:pic>
        <p:nvPicPr>
          <p:cNvPr id="8" name="icon_128" descr="NotebookPen icon">    </p:cNvPr>
          <p:cNvPicPr>
            <a:picLocks noChangeAspect="1"/>
          </p:cNvPicPr>
          <p:nvPr/>
        </p:nvPicPr>
        <p:blipFill>
          <a:blip r:embed="rId1"/>
          <a:stretch>
            <a:fillRect/>
          </a:stretch>
        </p:blipFill>
        <p:spPr>
          <a:xfrm>
            <a:off x="980968" y="2032528"/>
            <a:ext cx="342351" cy="342351"/>
          </a:xfrm>
          <a:prstGeom prst="rect">
            <a:avLst/>
          </a:prstGeom>
        </p:spPr>
      </p:pic>
      <p:sp>
        <p:nvSpPr>
          <p:cNvPr id="9" name="text_129"/>
          <p:cNvSpPr txBox="1"/>
          <p:nvPr/>
        </p:nvSpPr>
        <p:spPr>
          <a:xfrm>
            <a:off x="1645920" y="1874520"/>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Smart daily log</a:t>
            </a:r>
            <a:endParaRPr lang="en-US" sz="1800" dirty="0"/>
          </a:p>
        </p:txBody>
      </p:sp>
      <p:sp>
        <p:nvSpPr>
          <p:cNvPr id="10" name="text_130"/>
          <p:cNvSpPr txBox="1"/>
          <p:nvPr/>
        </p:nvSpPr>
        <p:spPr>
          <a:xfrm>
            <a:off x="822960" y="2670048"/>
            <a:ext cx="3011424" cy="777240"/>
          </a:xfrm>
          <a:prstGeom prst="rect">
            <a:avLst/>
          </a:prstGeom>
          <a:noFill/>
          <a:ln/>
        </p:spPr>
        <p:txBody>
          <a:bodyPr wrap="square" lIns="0" tIns="0" rIns="0" bIns="0" rtlCol="0" anchor="t"/>
          <a:lstStyle/>
          <a:p>
            <a:pPr indent="0" marL="0">
              <a:buNone/>
            </a:pPr>
            <a:r>
              <a:rPr lang="en-US" sz="1400" dirty="0">
                <a:solidFill>
                  <a:schemeClr val="tx1"/>
                </a:solidFill>
              </a:rPr>
              <a:t>Food, portion and meal time, sleep, activity and mood — plus a standardized symptom log.</a:t>
            </a:r>
            <a:endParaRPr lang="en-US" sz="1400" dirty="0"/>
          </a:p>
        </p:txBody>
      </p:sp>
      <p:sp>
        <p:nvSpPr>
          <p:cNvPr id="11" name="shape_131"/>
          <p:cNvSpPr/>
          <p:nvPr/>
        </p:nvSpPr>
        <p:spPr>
          <a:xfrm>
            <a:off x="4337304" y="1600200"/>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12" name="shape_132"/>
          <p:cNvSpPr/>
          <p:nvPr/>
        </p:nvSpPr>
        <p:spPr>
          <a:xfrm>
            <a:off x="4611624" y="1874520"/>
            <a:ext cx="658368" cy="658368"/>
          </a:xfrm>
          <a:prstGeom prst="ellipse">
            <a:avLst/>
          </a:prstGeom>
          <a:solidFill>
            <a:schemeClr val="bg2"/>
          </a:solidFill>
          <a:ln/>
        </p:spPr>
      </p:sp>
      <p:pic>
        <p:nvPicPr>
          <p:cNvPr id="13" name="icon_133" descr="ClipboardCheck icon">    </p:cNvPr>
          <p:cNvPicPr>
            <a:picLocks noChangeAspect="1"/>
          </p:cNvPicPr>
          <p:nvPr/>
        </p:nvPicPr>
        <p:blipFill>
          <a:blip r:embed="rId2"/>
          <a:stretch>
            <a:fillRect/>
          </a:stretch>
        </p:blipFill>
        <p:spPr>
          <a:xfrm>
            <a:off x="4769632" y="2032528"/>
            <a:ext cx="342351" cy="342351"/>
          </a:xfrm>
          <a:prstGeom prst="rect">
            <a:avLst/>
          </a:prstGeom>
        </p:spPr>
      </p:pic>
      <p:sp>
        <p:nvSpPr>
          <p:cNvPr id="14" name="text_134"/>
          <p:cNvSpPr txBox="1"/>
          <p:nvPr/>
        </p:nvSpPr>
        <p:spPr>
          <a:xfrm>
            <a:off x="5434584" y="1874520"/>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Validated stress check</a:t>
            </a:r>
            <a:endParaRPr lang="en-US" sz="1800" dirty="0"/>
          </a:p>
        </p:txBody>
      </p:sp>
      <p:sp>
        <p:nvSpPr>
          <p:cNvPr id="15" name="text_135"/>
          <p:cNvSpPr txBox="1"/>
          <p:nvPr/>
        </p:nvSpPr>
        <p:spPr>
          <a:xfrm>
            <a:off x="4611624" y="2670048"/>
            <a:ext cx="3011424" cy="777240"/>
          </a:xfrm>
          <a:prstGeom prst="rect">
            <a:avLst/>
          </a:prstGeom>
          <a:noFill/>
          <a:ln/>
        </p:spPr>
        <p:txBody>
          <a:bodyPr wrap="square" lIns="0" tIns="0" rIns="0" bIns="0" rtlCol="0" anchor="t"/>
          <a:lstStyle/>
          <a:p>
            <a:pPr indent="0" marL="0">
              <a:buNone/>
            </a:pPr>
            <a:r>
              <a:rPr lang="en-US" sz="1400" dirty="0">
                <a:solidFill>
                  <a:schemeClr val="tx1"/>
                </a:solidFill>
              </a:rPr>
              <a:t>A short, research-based questionnaire turns stress into a consistent score.</a:t>
            </a:r>
            <a:endParaRPr lang="en-US" sz="1400" dirty="0"/>
          </a:p>
        </p:txBody>
      </p:sp>
      <p:sp>
        <p:nvSpPr>
          <p:cNvPr id="16" name="shape_136"/>
          <p:cNvSpPr/>
          <p:nvPr/>
        </p:nvSpPr>
        <p:spPr>
          <a:xfrm>
            <a:off x="8125968" y="1600200"/>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17" name="shape_137"/>
          <p:cNvSpPr/>
          <p:nvPr/>
        </p:nvSpPr>
        <p:spPr>
          <a:xfrm>
            <a:off x="8400288" y="1874520"/>
            <a:ext cx="658368" cy="658368"/>
          </a:xfrm>
          <a:prstGeom prst="ellipse">
            <a:avLst/>
          </a:prstGeom>
          <a:solidFill>
            <a:schemeClr val="bg2"/>
          </a:solidFill>
          <a:ln/>
        </p:spPr>
      </p:sp>
      <p:pic>
        <p:nvPicPr>
          <p:cNvPr id="18" name="icon_138" descr="ScanSearch icon">    </p:cNvPr>
          <p:cNvPicPr>
            <a:picLocks noChangeAspect="1"/>
          </p:cNvPicPr>
          <p:nvPr/>
        </p:nvPicPr>
        <p:blipFill>
          <a:blip r:embed="rId3"/>
          <a:stretch>
            <a:fillRect/>
          </a:stretch>
        </p:blipFill>
        <p:spPr>
          <a:xfrm>
            <a:off x="8558296" y="2032528"/>
            <a:ext cx="342351" cy="342351"/>
          </a:xfrm>
          <a:prstGeom prst="rect">
            <a:avLst/>
          </a:prstGeom>
        </p:spPr>
      </p:pic>
      <p:sp>
        <p:nvSpPr>
          <p:cNvPr id="19" name="text_139"/>
          <p:cNvSpPr txBox="1"/>
          <p:nvPr/>
        </p:nvSpPr>
        <p:spPr>
          <a:xfrm>
            <a:off x="9223248" y="1874520"/>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Trigger report</a:t>
            </a:r>
            <a:endParaRPr lang="en-US" sz="1800" dirty="0"/>
          </a:p>
        </p:txBody>
      </p:sp>
      <p:sp>
        <p:nvSpPr>
          <p:cNvPr id="20" name="text_140"/>
          <p:cNvSpPr txBox="1"/>
          <p:nvPr/>
        </p:nvSpPr>
        <p:spPr>
          <a:xfrm>
            <a:off x="8400288" y="2670048"/>
            <a:ext cx="3011424" cy="777240"/>
          </a:xfrm>
          <a:prstGeom prst="rect">
            <a:avLst/>
          </a:prstGeom>
          <a:noFill/>
          <a:ln/>
        </p:spPr>
        <p:txBody>
          <a:bodyPr wrap="square" lIns="0" tIns="0" rIns="0" bIns="0" rtlCol="0" anchor="t"/>
          <a:lstStyle/>
          <a:p>
            <a:pPr indent="0" marL="0">
              <a:buNone/>
            </a:pPr>
            <a:r>
              <a:rPr lang="en-US" sz="1400" dirty="0">
                <a:solidFill>
                  <a:schemeClr val="tx1"/>
                </a:solidFill>
              </a:rPr>
              <a:t>See which foods, habits and stress levels line up with your flare-ups.</a:t>
            </a:r>
            <a:endParaRPr lang="en-US" sz="1400" dirty="0"/>
          </a:p>
        </p:txBody>
      </p:sp>
      <p:sp>
        <p:nvSpPr>
          <p:cNvPr id="21" name="shape_141"/>
          <p:cNvSpPr/>
          <p:nvPr/>
        </p:nvSpPr>
        <p:spPr>
          <a:xfrm>
            <a:off x="548640" y="3867912"/>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22" name="shape_142"/>
          <p:cNvSpPr/>
          <p:nvPr/>
        </p:nvSpPr>
        <p:spPr>
          <a:xfrm>
            <a:off x="822960" y="4142232"/>
            <a:ext cx="658368" cy="658368"/>
          </a:xfrm>
          <a:prstGeom prst="ellipse">
            <a:avLst/>
          </a:prstGeom>
          <a:solidFill>
            <a:schemeClr val="bg2"/>
          </a:solidFill>
          <a:ln/>
        </p:spPr>
      </p:sp>
      <p:pic>
        <p:nvPicPr>
          <p:cNvPr id="23" name="icon_143" descr="TriangleAlert icon">    </p:cNvPr>
          <p:cNvPicPr>
            <a:picLocks noChangeAspect="1"/>
          </p:cNvPicPr>
          <p:nvPr/>
        </p:nvPicPr>
        <p:blipFill>
          <a:blip r:embed="rId4"/>
          <a:stretch>
            <a:fillRect/>
          </a:stretch>
        </p:blipFill>
        <p:spPr>
          <a:xfrm>
            <a:off x="980968" y="4300240"/>
            <a:ext cx="342351" cy="342351"/>
          </a:xfrm>
          <a:prstGeom prst="rect">
            <a:avLst/>
          </a:prstGeom>
        </p:spPr>
      </p:pic>
      <p:sp>
        <p:nvSpPr>
          <p:cNvPr id="24" name="text_144"/>
          <p:cNvSpPr txBox="1"/>
          <p:nvPr/>
        </p:nvSpPr>
        <p:spPr>
          <a:xfrm>
            <a:off x="1645920" y="4142232"/>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Risk score &amp; alerts</a:t>
            </a:r>
            <a:endParaRPr lang="en-US" sz="1800" dirty="0"/>
          </a:p>
        </p:txBody>
      </p:sp>
      <p:sp>
        <p:nvSpPr>
          <p:cNvPr id="25" name="text_145"/>
          <p:cNvSpPr txBox="1"/>
          <p:nvPr/>
        </p:nvSpPr>
        <p:spPr>
          <a:xfrm>
            <a:off x="822960" y="4937760"/>
            <a:ext cx="3011424" cy="777240"/>
          </a:xfrm>
          <a:prstGeom prst="rect">
            <a:avLst/>
          </a:prstGeom>
          <a:noFill/>
          <a:ln/>
        </p:spPr>
        <p:txBody>
          <a:bodyPr wrap="square" lIns="0" tIns="0" rIns="0" bIns="0" rtlCol="0" anchor="t"/>
          <a:lstStyle/>
          <a:p>
            <a:pPr indent="0" marL="0">
              <a:buNone/>
            </a:pPr>
            <a:r>
              <a:rPr lang="en-US" sz="1400" dirty="0">
                <a:solidFill>
                  <a:schemeClr val="tx1"/>
                </a:solidFill>
              </a:rPr>
              <a:t>A daily risk level, with push alerts before the risky moments.</a:t>
            </a:r>
            <a:endParaRPr lang="en-US" sz="1400" dirty="0"/>
          </a:p>
        </p:txBody>
      </p:sp>
      <p:sp>
        <p:nvSpPr>
          <p:cNvPr id="26" name="shape_146"/>
          <p:cNvSpPr/>
          <p:nvPr/>
        </p:nvSpPr>
        <p:spPr>
          <a:xfrm>
            <a:off x="4337304" y="3867912"/>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27" name="shape_147"/>
          <p:cNvSpPr/>
          <p:nvPr/>
        </p:nvSpPr>
        <p:spPr>
          <a:xfrm>
            <a:off x="4611624" y="4142232"/>
            <a:ext cx="658368" cy="658368"/>
          </a:xfrm>
          <a:prstGeom prst="ellipse">
            <a:avLst/>
          </a:prstGeom>
          <a:solidFill>
            <a:schemeClr val="bg2"/>
          </a:solidFill>
          <a:ln/>
        </p:spPr>
      </p:sp>
      <p:pic>
        <p:nvPicPr>
          <p:cNvPr id="28" name="icon_148" descr="Lightbulb icon">    </p:cNvPr>
          <p:cNvPicPr>
            <a:picLocks noChangeAspect="1"/>
          </p:cNvPicPr>
          <p:nvPr/>
        </p:nvPicPr>
        <p:blipFill>
          <a:blip r:embed="rId5"/>
          <a:stretch>
            <a:fillRect/>
          </a:stretch>
        </p:blipFill>
        <p:spPr>
          <a:xfrm>
            <a:off x="4769632" y="4300240"/>
            <a:ext cx="342351" cy="342351"/>
          </a:xfrm>
          <a:prstGeom prst="rect">
            <a:avLst/>
          </a:prstGeom>
        </p:spPr>
      </p:pic>
      <p:sp>
        <p:nvSpPr>
          <p:cNvPr id="29" name="text_149"/>
          <p:cNvSpPr txBox="1"/>
          <p:nvPr/>
        </p:nvSpPr>
        <p:spPr>
          <a:xfrm>
            <a:off x="5434584" y="4142232"/>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Personalized tips</a:t>
            </a:r>
            <a:endParaRPr lang="en-US" sz="1800" dirty="0"/>
          </a:p>
        </p:txBody>
      </p:sp>
      <p:sp>
        <p:nvSpPr>
          <p:cNvPr id="30" name="text_150"/>
          <p:cNvSpPr txBox="1"/>
          <p:nvPr/>
        </p:nvSpPr>
        <p:spPr>
          <a:xfrm>
            <a:off x="4611624" y="4937760"/>
            <a:ext cx="3011424" cy="777240"/>
          </a:xfrm>
          <a:prstGeom prst="rect">
            <a:avLst/>
          </a:prstGeom>
          <a:noFill/>
          <a:ln/>
        </p:spPr>
        <p:txBody>
          <a:bodyPr wrap="square" lIns="0" tIns="0" rIns="0" bIns="0" rtlCol="0" anchor="t"/>
          <a:lstStyle/>
          <a:p>
            <a:pPr indent="0" marL="0">
              <a:buNone/>
            </a:pPr>
            <a:r>
              <a:rPr lang="en-US" sz="1400" dirty="0">
                <a:solidFill>
                  <a:schemeClr val="tx1"/>
                </a:solidFill>
              </a:rPr>
              <a:t>Diet, sleep and stress advice based on your own data and goals.</a:t>
            </a:r>
            <a:endParaRPr lang="en-US" sz="1400" dirty="0"/>
          </a:p>
        </p:txBody>
      </p:sp>
      <p:sp>
        <p:nvSpPr>
          <p:cNvPr id="31" name="shape_151"/>
          <p:cNvSpPr/>
          <p:nvPr/>
        </p:nvSpPr>
        <p:spPr>
          <a:xfrm>
            <a:off x="8125968" y="3867912"/>
            <a:ext cx="3514344" cy="1993392"/>
          </a:xfrm>
          <a:prstGeom prst="roundRect">
            <a:avLst>
              <a:gd name="adj" fmla="val 8257"/>
            </a:avLst>
          </a:prstGeom>
          <a:solidFill>
            <a:schemeClr val="bg1"/>
          </a:solidFill>
          <a:ln/>
          <a:effectLst>
            <a:outerShdw sx="100000" sy="100000" kx="0" ky="0" algn="bl" rotWithShape="0" blurRad="127000" dist="38100" dir="5400000">
              <a:srgbClr val="1A2340">
                <a:alpha val="8000"/>
              </a:srgbClr>
            </a:outerShdw>
          </a:effectLst>
        </p:spPr>
      </p:sp>
      <p:sp>
        <p:nvSpPr>
          <p:cNvPr id="32" name="shape_152"/>
          <p:cNvSpPr/>
          <p:nvPr/>
        </p:nvSpPr>
        <p:spPr>
          <a:xfrm>
            <a:off x="8400288" y="4142232"/>
            <a:ext cx="658368" cy="658368"/>
          </a:xfrm>
          <a:prstGeom prst="ellipse">
            <a:avLst/>
          </a:prstGeom>
          <a:solidFill>
            <a:schemeClr val="bg2"/>
          </a:solidFill>
          <a:ln/>
        </p:spPr>
      </p:sp>
      <p:pic>
        <p:nvPicPr>
          <p:cNvPr id="33" name="icon_153" descr="Award icon">    </p:cNvPr>
          <p:cNvPicPr>
            <a:picLocks noChangeAspect="1"/>
          </p:cNvPicPr>
          <p:nvPr/>
        </p:nvPicPr>
        <p:blipFill>
          <a:blip r:embed="rId6"/>
          <a:stretch>
            <a:fillRect/>
          </a:stretch>
        </p:blipFill>
        <p:spPr>
          <a:xfrm>
            <a:off x="8558296" y="4300240"/>
            <a:ext cx="342351" cy="342351"/>
          </a:xfrm>
          <a:prstGeom prst="rect">
            <a:avLst/>
          </a:prstGeom>
        </p:spPr>
      </p:pic>
      <p:sp>
        <p:nvSpPr>
          <p:cNvPr id="34" name="text_154"/>
          <p:cNvSpPr txBox="1"/>
          <p:nvPr/>
        </p:nvSpPr>
        <p:spPr>
          <a:xfrm>
            <a:off x="9223248" y="4142232"/>
            <a:ext cx="2188464" cy="658368"/>
          </a:xfrm>
          <a:prstGeom prst="rect">
            <a:avLst/>
          </a:prstGeom>
          <a:noFill/>
          <a:ln/>
        </p:spPr>
        <p:txBody>
          <a:bodyPr wrap="square" lIns="0" tIns="0" rIns="0" bIns="0" rtlCol="0" anchor="ctr"/>
          <a:lstStyle/>
          <a:p>
            <a:pPr indent="0" marL="0">
              <a:buNone/>
            </a:pPr>
            <a:r>
              <a:rPr lang="en-US" sz="1800" b="1" dirty="0">
                <a:solidFill>
                  <a:schemeClr val="tx1"/>
                </a:solidFill>
                <a:latin typeface="Arial" pitchFamily="34" charset="0"/>
                <a:ea typeface="Arial" pitchFamily="34" charset="-122"/>
                <a:cs typeface="Arial" pitchFamily="34" charset="-120"/>
              </a:rPr>
              <a:t>Streaks &amp; badges</a:t>
            </a:r>
            <a:endParaRPr lang="en-US" sz="1800" dirty="0"/>
          </a:p>
        </p:txBody>
      </p:sp>
      <p:sp>
        <p:nvSpPr>
          <p:cNvPr id="35" name="text_155"/>
          <p:cNvSpPr txBox="1"/>
          <p:nvPr/>
        </p:nvSpPr>
        <p:spPr>
          <a:xfrm>
            <a:off x="8400288" y="4937760"/>
            <a:ext cx="3011424" cy="777240"/>
          </a:xfrm>
          <a:prstGeom prst="rect">
            <a:avLst/>
          </a:prstGeom>
          <a:noFill/>
          <a:ln/>
        </p:spPr>
        <p:txBody>
          <a:bodyPr wrap="square" lIns="0" tIns="0" rIns="0" bIns="0" rtlCol="0" anchor="t"/>
          <a:lstStyle/>
          <a:p>
            <a:pPr indent="0" marL="0">
              <a:buNone/>
            </a:pPr>
            <a:r>
              <a:rPr lang="en-US" sz="1400" dirty="0">
                <a:solidFill>
                  <a:schemeClr val="tx1"/>
                </a:solidFill>
              </a:rPr>
              <a:t>Gamified goals make daily logging a habit, not a chore.</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50"/>
                                        <p:tgtEl>
                                          <p:spTgt spid="6"/>
                                        </p:tgtEl>
                                      </p:cBhvr>
                                    </p:animEffect>
                                    <p:anim calcmode="lin" valueType="num">
                                      <p:cBhvr additive="base">
                                        <p:cTn id="8" dur="550" fill="hold" decel="100000"/>
                                        <p:tgtEl>
                                          <p:spTgt spid="6"/>
                                        </p:tgtEl>
                                        <p:attrNameLst>
                                          <p:attrName>ppt_x</p:attrName>
                                        </p:attrNameLst>
                                      </p:cBhvr>
                                      <p:tavLst>
                                        <p:tav tm="0">
                                          <p:val>
                                            <p:strVal val="#ppt_x"/>
                                          </p:val>
                                        </p:tav>
                                        <p:tav tm="100000">
                                          <p:val>
                                            <p:strVal val="#ppt_x"/>
                                          </p:val>
                                        </p:tav>
                                      </p:tavLst>
                                    </p:anim>
                                    <p:anim calcmode="lin" valueType="num">
                                      <p:cBhvr additive="base">
                                        <p:cTn id="9" dur="550" fill="hold" decel="100000"/>
                                        <p:tgtEl>
                                          <p:spTgt spid="6"/>
                                        </p:tgtEl>
                                        <p:attrNameLst>
                                          <p:attrName>ppt_y</p:attrName>
                                        </p:attrNameLst>
                                      </p:cBhvr>
                                      <p:tavLst>
                                        <p:tav tm="0">
                                          <p:val>
                                            <p:strVal val="#ppt_y+0.05"/>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50"/>
                                        <p:tgtEl>
                                          <p:spTgt spid="7"/>
                                        </p:tgtEl>
                                      </p:cBhvr>
                                    </p:animEffect>
                                    <p:anim calcmode="lin" valueType="num">
                                      <p:cBhvr additive="base">
                                        <p:cTn id="13" dur="550" fill="hold" decel="100000"/>
                                        <p:tgtEl>
                                          <p:spTgt spid="7"/>
                                        </p:tgtEl>
                                        <p:attrNameLst>
                                          <p:attrName>ppt_x</p:attrName>
                                        </p:attrNameLst>
                                      </p:cBhvr>
                                      <p:tavLst>
                                        <p:tav tm="0">
                                          <p:val>
                                            <p:strVal val="#ppt_x"/>
                                          </p:val>
                                        </p:tav>
                                        <p:tav tm="100000">
                                          <p:val>
                                            <p:strVal val="#ppt_x"/>
                                          </p:val>
                                        </p:tav>
                                      </p:tavLst>
                                    </p:anim>
                                    <p:anim calcmode="lin" valueType="num">
                                      <p:cBhvr additive="base">
                                        <p:cTn id="14" dur="550" fill="hold" decel="100000"/>
                                        <p:tgtEl>
                                          <p:spTgt spid="7"/>
                                        </p:tgtEl>
                                        <p:attrNameLst>
                                          <p:attrName>ppt_y</p:attrName>
                                        </p:attrNameLst>
                                      </p:cBhvr>
                                      <p:tavLst>
                                        <p:tav tm="0">
                                          <p:val>
                                            <p:strVal val="#ppt_y+0.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50"/>
                                        <p:tgtEl>
                                          <p:spTgt spid="8"/>
                                        </p:tgtEl>
                                      </p:cBhvr>
                                    </p:animEffect>
                                    <p:anim calcmode="lin" valueType="num">
                                      <p:cBhvr additive="base">
                                        <p:cTn id="18" dur="550" fill="hold" decel="100000"/>
                                        <p:tgtEl>
                                          <p:spTgt spid="8"/>
                                        </p:tgtEl>
                                        <p:attrNameLst>
                                          <p:attrName>ppt_x</p:attrName>
                                        </p:attrNameLst>
                                      </p:cBhvr>
                                      <p:tavLst>
                                        <p:tav tm="0">
                                          <p:val>
                                            <p:strVal val="#ppt_x"/>
                                          </p:val>
                                        </p:tav>
                                        <p:tav tm="100000">
                                          <p:val>
                                            <p:strVal val="#ppt_x"/>
                                          </p:val>
                                        </p:tav>
                                      </p:tavLst>
                                    </p:anim>
                                    <p:anim calcmode="lin" valueType="num">
                                      <p:cBhvr additive="base">
                                        <p:cTn id="19" dur="550" fill="hold" decel="100000"/>
                                        <p:tgtEl>
                                          <p:spTgt spid="8"/>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50"/>
                                        <p:tgtEl>
                                          <p:spTgt spid="9"/>
                                        </p:tgtEl>
                                      </p:cBhvr>
                                    </p:animEffect>
                                    <p:anim calcmode="lin" valueType="num">
                                      <p:cBhvr additive="base">
                                        <p:cTn id="23" dur="5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550" fill="hold" decel="100000"/>
                                        <p:tgtEl>
                                          <p:spTgt spid="9"/>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8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50"/>
                                        <p:tgtEl>
                                          <p:spTgt spid="10"/>
                                        </p:tgtEl>
                                      </p:cBhvr>
                                    </p:animEffect>
                                    <p:anim calcmode="lin" valueType="num">
                                      <p:cBhvr additive="base">
                                        <p:cTn id="28" dur="55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550" fill="hold" decel="100000"/>
                                        <p:tgtEl>
                                          <p:spTgt spid="10"/>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p:stCondLst>
                                    <p:cond delay="17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50"/>
                                        <p:tgtEl>
                                          <p:spTgt spid="11"/>
                                        </p:tgtEl>
                                      </p:cBhvr>
                                    </p:animEffect>
                                    <p:anim calcmode="lin" valueType="num">
                                      <p:cBhvr additive="base">
                                        <p:cTn id="33" dur="55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550" fill="hold" decel="100000"/>
                                        <p:tgtEl>
                                          <p:spTgt spid="11"/>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p:stCondLst>
                                    <p:cond delay="17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50"/>
                                        <p:tgtEl>
                                          <p:spTgt spid="12"/>
                                        </p:tgtEl>
                                      </p:cBhvr>
                                    </p:animEffect>
                                    <p:anim calcmode="lin" valueType="num">
                                      <p:cBhvr additive="base">
                                        <p:cTn id="38" dur="550" fill="hold" decel="100000"/>
                                        <p:tgtEl>
                                          <p:spTgt spid="12"/>
                                        </p:tgtEl>
                                        <p:attrNameLst>
                                          <p:attrName>ppt_x</p:attrName>
                                        </p:attrNameLst>
                                      </p:cBhvr>
                                      <p:tavLst>
                                        <p:tav tm="0">
                                          <p:val>
                                            <p:strVal val="#ppt_x"/>
                                          </p:val>
                                        </p:tav>
                                        <p:tav tm="100000">
                                          <p:val>
                                            <p:strVal val="#ppt_x"/>
                                          </p:val>
                                        </p:tav>
                                      </p:tavLst>
                                    </p:anim>
                                    <p:anim calcmode="lin" valueType="num">
                                      <p:cBhvr additive="base">
                                        <p:cTn id="39" dur="550" fill="hold" decel="100000"/>
                                        <p:tgtEl>
                                          <p:spTgt spid="12"/>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p:stCondLst>
                                    <p:cond delay="17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50"/>
                                        <p:tgtEl>
                                          <p:spTgt spid="13"/>
                                        </p:tgtEl>
                                      </p:cBhvr>
                                    </p:animEffect>
                                    <p:anim calcmode="lin" valueType="num">
                                      <p:cBhvr additive="base">
                                        <p:cTn id="43" dur="550" fill="hold" decel="100000"/>
                                        <p:tgtEl>
                                          <p:spTgt spid="13"/>
                                        </p:tgtEl>
                                        <p:attrNameLst>
                                          <p:attrName>ppt_x</p:attrName>
                                        </p:attrNameLst>
                                      </p:cBhvr>
                                      <p:tavLst>
                                        <p:tav tm="0">
                                          <p:val>
                                            <p:strVal val="#ppt_x"/>
                                          </p:val>
                                        </p:tav>
                                        <p:tav tm="100000">
                                          <p:val>
                                            <p:strVal val="#ppt_x"/>
                                          </p:val>
                                        </p:tav>
                                      </p:tavLst>
                                    </p:anim>
                                    <p:anim calcmode="lin" valueType="num">
                                      <p:cBhvr additive="base">
                                        <p:cTn id="44" dur="550" fill="hold" decel="100000"/>
                                        <p:tgtEl>
                                          <p:spTgt spid="13"/>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p:stCondLst>
                                    <p:cond delay="17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50"/>
                                        <p:tgtEl>
                                          <p:spTgt spid="14"/>
                                        </p:tgtEl>
                                      </p:cBhvr>
                                    </p:animEffect>
                                    <p:anim calcmode="lin" valueType="num">
                                      <p:cBhvr additive="base">
                                        <p:cTn id="48" dur="550" fill="hold" decel="100000"/>
                                        <p:tgtEl>
                                          <p:spTgt spid="14"/>
                                        </p:tgtEl>
                                        <p:attrNameLst>
                                          <p:attrName>ppt_x</p:attrName>
                                        </p:attrNameLst>
                                      </p:cBhvr>
                                      <p:tavLst>
                                        <p:tav tm="0">
                                          <p:val>
                                            <p:strVal val="#ppt_x"/>
                                          </p:val>
                                        </p:tav>
                                        <p:tav tm="100000">
                                          <p:val>
                                            <p:strVal val="#ppt_x"/>
                                          </p:val>
                                        </p:tav>
                                      </p:tavLst>
                                    </p:anim>
                                    <p:anim calcmode="lin" valueType="num">
                                      <p:cBhvr additive="base">
                                        <p:cTn id="49" dur="550" fill="hold" decel="100000"/>
                                        <p:tgtEl>
                                          <p:spTgt spid="14"/>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p:stCondLst>
                                    <p:cond delay="25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50"/>
                                        <p:tgtEl>
                                          <p:spTgt spid="15"/>
                                        </p:tgtEl>
                                      </p:cBhvr>
                                    </p:animEffect>
                                    <p:anim calcmode="lin" valueType="num">
                                      <p:cBhvr additive="base">
                                        <p:cTn id="53" dur="550" fill="hold" decel="100000"/>
                                        <p:tgtEl>
                                          <p:spTgt spid="15"/>
                                        </p:tgtEl>
                                        <p:attrNameLst>
                                          <p:attrName>ppt_x</p:attrName>
                                        </p:attrNameLst>
                                      </p:cBhvr>
                                      <p:tavLst>
                                        <p:tav tm="0">
                                          <p:val>
                                            <p:strVal val="#ppt_x"/>
                                          </p:val>
                                        </p:tav>
                                        <p:tav tm="100000">
                                          <p:val>
                                            <p:strVal val="#ppt_x"/>
                                          </p:val>
                                        </p:tav>
                                      </p:tavLst>
                                    </p:anim>
                                    <p:anim calcmode="lin" valueType="num">
                                      <p:cBhvr additive="base">
                                        <p:cTn id="54" dur="550" fill="hold" decel="100000"/>
                                        <p:tgtEl>
                                          <p:spTgt spid="15"/>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p:stCondLst>
                                    <p:cond delay="34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50"/>
                                        <p:tgtEl>
                                          <p:spTgt spid="16"/>
                                        </p:tgtEl>
                                      </p:cBhvr>
                                    </p:animEffect>
                                    <p:anim calcmode="lin" valueType="num">
                                      <p:cBhvr additive="base">
                                        <p:cTn id="58" dur="550" fill="hold" decel="100000"/>
                                        <p:tgtEl>
                                          <p:spTgt spid="16"/>
                                        </p:tgtEl>
                                        <p:attrNameLst>
                                          <p:attrName>ppt_x</p:attrName>
                                        </p:attrNameLst>
                                      </p:cBhvr>
                                      <p:tavLst>
                                        <p:tav tm="0">
                                          <p:val>
                                            <p:strVal val="#ppt_x"/>
                                          </p:val>
                                        </p:tav>
                                        <p:tav tm="100000">
                                          <p:val>
                                            <p:strVal val="#ppt_x"/>
                                          </p:val>
                                        </p:tav>
                                      </p:tavLst>
                                    </p:anim>
                                    <p:anim calcmode="lin" valueType="num">
                                      <p:cBhvr additive="base">
                                        <p:cTn id="59" dur="550" fill="hold" decel="100000"/>
                                        <p:tgtEl>
                                          <p:spTgt spid="16"/>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34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anim calcmode="lin" valueType="num">
                                      <p:cBhvr additive="base">
                                        <p:cTn id="63" dur="550" fill="hold" decel="100000"/>
                                        <p:tgtEl>
                                          <p:spTgt spid="17"/>
                                        </p:tgtEl>
                                        <p:attrNameLst>
                                          <p:attrName>ppt_x</p:attrName>
                                        </p:attrNameLst>
                                      </p:cBhvr>
                                      <p:tavLst>
                                        <p:tav tm="0">
                                          <p:val>
                                            <p:strVal val="#ppt_x"/>
                                          </p:val>
                                        </p:tav>
                                        <p:tav tm="100000">
                                          <p:val>
                                            <p:strVal val="#ppt_x"/>
                                          </p:val>
                                        </p:tav>
                                      </p:tavLst>
                                    </p:anim>
                                    <p:anim calcmode="lin" valueType="num">
                                      <p:cBhvr additive="base">
                                        <p:cTn id="64" dur="550" fill="hold" decel="100000"/>
                                        <p:tgtEl>
                                          <p:spTgt spid="17"/>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p:stCondLst>
                                    <p:cond delay="34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50"/>
                                        <p:tgtEl>
                                          <p:spTgt spid="18"/>
                                        </p:tgtEl>
                                      </p:cBhvr>
                                    </p:animEffect>
                                    <p:anim calcmode="lin" valueType="num">
                                      <p:cBhvr additive="base">
                                        <p:cTn id="68" dur="550" fill="hold" decel="100000"/>
                                        <p:tgtEl>
                                          <p:spTgt spid="18"/>
                                        </p:tgtEl>
                                        <p:attrNameLst>
                                          <p:attrName>ppt_x</p:attrName>
                                        </p:attrNameLst>
                                      </p:cBhvr>
                                      <p:tavLst>
                                        <p:tav tm="0">
                                          <p:val>
                                            <p:strVal val="#ppt_x"/>
                                          </p:val>
                                        </p:tav>
                                        <p:tav tm="100000">
                                          <p:val>
                                            <p:strVal val="#ppt_x"/>
                                          </p:val>
                                        </p:tav>
                                      </p:tavLst>
                                    </p:anim>
                                    <p:anim calcmode="lin" valueType="num">
                                      <p:cBhvr additive="base">
                                        <p:cTn id="69" dur="550" fill="hold" decel="100000"/>
                                        <p:tgtEl>
                                          <p:spTgt spid="18"/>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34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50"/>
                                        <p:tgtEl>
                                          <p:spTgt spid="19"/>
                                        </p:tgtEl>
                                      </p:cBhvr>
                                    </p:animEffect>
                                    <p:anim calcmode="lin" valueType="num">
                                      <p:cBhvr additive="base">
                                        <p:cTn id="73" dur="550" fill="hold" decel="100000"/>
                                        <p:tgtEl>
                                          <p:spTgt spid="19"/>
                                        </p:tgtEl>
                                        <p:attrNameLst>
                                          <p:attrName>ppt_x</p:attrName>
                                        </p:attrNameLst>
                                      </p:cBhvr>
                                      <p:tavLst>
                                        <p:tav tm="0">
                                          <p:val>
                                            <p:strVal val="#ppt_x"/>
                                          </p:val>
                                        </p:tav>
                                        <p:tav tm="100000">
                                          <p:val>
                                            <p:strVal val="#ppt_x"/>
                                          </p:val>
                                        </p:tav>
                                      </p:tavLst>
                                    </p:anim>
                                    <p:anim calcmode="lin" valueType="num">
                                      <p:cBhvr additive="base">
                                        <p:cTn id="74" dur="550" fill="hold" decel="100000"/>
                                        <p:tgtEl>
                                          <p:spTgt spid="19"/>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42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50"/>
                                        <p:tgtEl>
                                          <p:spTgt spid="20"/>
                                        </p:tgtEl>
                                      </p:cBhvr>
                                    </p:animEffect>
                                    <p:anim calcmode="lin" valueType="num">
                                      <p:cBhvr additive="base">
                                        <p:cTn id="78" dur="550" fill="hold" decel="100000"/>
                                        <p:tgtEl>
                                          <p:spTgt spid="20"/>
                                        </p:tgtEl>
                                        <p:attrNameLst>
                                          <p:attrName>ppt_x</p:attrName>
                                        </p:attrNameLst>
                                      </p:cBhvr>
                                      <p:tavLst>
                                        <p:tav tm="0">
                                          <p:val>
                                            <p:strVal val="#ppt_x"/>
                                          </p:val>
                                        </p:tav>
                                        <p:tav tm="100000">
                                          <p:val>
                                            <p:strVal val="#ppt_x"/>
                                          </p:val>
                                        </p:tav>
                                      </p:tavLst>
                                    </p:anim>
                                    <p:anim calcmode="lin" valueType="num">
                                      <p:cBhvr additive="base">
                                        <p:cTn id="79" dur="550" fill="hold" decel="100000"/>
                                        <p:tgtEl>
                                          <p:spTgt spid="20"/>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p:stCondLst>
                                    <p:cond delay="51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50"/>
                                        <p:tgtEl>
                                          <p:spTgt spid="21"/>
                                        </p:tgtEl>
                                      </p:cBhvr>
                                    </p:animEffect>
                                    <p:anim calcmode="lin" valueType="num">
                                      <p:cBhvr additive="base">
                                        <p:cTn id="83" dur="550" fill="hold" decel="100000"/>
                                        <p:tgtEl>
                                          <p:spTgt spid="21"/>
                                        </p:tgtEl>
                                        <p:attrNameLst>
                                          <p:attrName>ppt_x</p:attrName>
                                        </p:attrNameLst>
                                      </p:cBhvr>
                                      <p:tavLst>
                                        <p:tav tm="0">
                                          <p:val>
                                            <p:strVal val="#ppt_x"/>
                                          </p:val>
                                        </p:tav>
                                        <p:tav tm="100000">
                                          <p:val>
                                            <p:strVal val="#ppt_x"/>
                                          </p:val>
                                        </p:tav>
                                      </p:tavLst>
                                    </p:anim>
                                    <p:anim calcmode="lin" valueType="num">
                                      <p:cBhvr additive="base">
                                        <p:cTn id="84" dur="550" fill="hold" decel="100000"/>
                                        <p:tgtEl>
                                          <p:spTgt spid="21"/>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p:stCondLst>
                                    <p:cond delay="51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550"/>
                                        <p:tgtEl>
                                          <p:spTgt spid="22"/>
                                        </p:tgtEl>
                                      </p:cBhvr>
                                    </p:animEffect>
                                    <p:anim calcmode="lin" valueType="num">
                                      <p:cBhvr additive="base">
                                        <p:cTn id="88" dur="550" fill="hold" decel="100000"/>
                                        <p:tgtEl>
                                          <p:spTgt spid="22"/>
                                        </p:tgtEl>
                                        <p:attrNameLst>
                                          <p:attrName>ppt_x</p:attrName>
                                        </p:attrNameLst>
                                      </p:cBhvr>
                                      <p:tavLst>
                                        <p:tav tm="0">
                                          <p:val>
                                            <p:strVal val="#ppt_x"/>
                                          </p:val>
                                        </p:tav>
                                        <p:tav tm="100000">
                                          <p:val>
                                            <p:strVal val="#ppt_x"/>
                                          </p:val>
                                        </p:tav>
                                      </p:tavLst>
                                    </p:anim>
                                    <p:anim calcmode="lin" valueType="num">
                                      <p:cBhvr additive="base">
                                        <p:cTn id="89" dur="550" fill="hold" decel="100000"/>
                                        <p:tgtEl>
                                          <p:spTgt spid="22"/>
                                        </p:tgtEl>
                                        <p:attrNameLst>
                                          <p:attrName>ppt_y</p:attrName>
                                        </p:attrNameLst>
                                      </p:cBhvr>
                                      <p:tavLst>
                                        <p:tav tm="0">
                                          <p:val>
                                            <p:strVal val="#ppt_y+0.05"/>
                                          </p:val>
                                        </p:tav>
                                        <p:tav tm="100000">
                                          <p:val>
                                            <p:strVal val="#ppt_y"/>
                                          </p:val>
                                        </p:tav>
                                      </p:tavLst>
                                    </p:anim>
                                  </p:childTnLst>
                                </p:cTn>
                              </p:par>
                              <p:par>
                                <p:cTn id="90" presetID="42" presetClass="entr" presetSubtype="0" fill="hold" grpId="0" nodeType="withEffect">
                                  <p:stCondLst>
                                    <p:cond delay="51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550"/>
                                        <p:tgtEl>
                                          <p:spTgt spid="23"/>
                                        </p:tgtEl>
                                      </p:cBhvr>
                                    </p:animEffect>
                                    <p:anim calcmode="lin" valueType="num">
                                      <p:cBhvr additive="base">
                                        <p:cTn id="93" dur="550" fill="hold" decel="100000"/>
                                        <p:tgtEl>
                                          <p:spTgt spid="23"/>
                                        </p:tgtEl>
                                        <p:attrNameLst>
                                          <p:attrName>ppt_x</p:attrName>
                                        </p:attrNameLst>
                                      </p:cBhvr>
                                      <p:tavLst>
                                        <p:tav tm="0">
                                          <p:val>
                                            <p:strVal val="#ppt_x"/>
                                          </p:val>
                                        </p:tav>
                                        <p:tav tm="100000">
                                          <p:val>
                                            <p:strVal val="#ppt_x"/>
                                          </p:val>
                                        </p:tav>
                                      </p:tavLst>
                                    </p:anim>
                                    <p:anim calcmode="lin" valueType="num">
                                      <p:cBhvr additive="base">
                                        <p:cTn id="94" dur="550" fill="hold" decel="100000"/>
                                        <p:tgtEl>
                                          <p:spTgt spid="23"/>
                                        </p:tgtEl>
                                        <p:attrNameLst>
                                          <p:attrName>ppt_y</p:attrName>
                                        </p:attrNameLst>
                                      </p:cBhvr>
                                      <p:tavLst>
                                        <p:tav tm="0">
                                          <p:val>
                                            <p:strVal val="#ppt_y+0.05"/>
                                          </p:val>
                                        </p:tav>
                                        <p:tav tm="100000">
                                          <p:val>
                                            <p:strVal val="#ppt_y"/>
                                          </p:val>
                                        </p:tav>
                                      </p:tavLst>
                                    </p:anim>
                                  </p:childTnLst>
                                </p:cTn>
                              </p:par>
                              <p:par>
                                <p:cTn id="95" presetID="42" presetClass="entr" presetSubtype="0" fill="hold" grpId="0" nodeType="withEffect">
                                  <p:stCondLst>
                                    <p:cond delay="51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550"/>
                                        <p:tgtEl>
                                          <p:spTgt spid="24"/>
                                        </p:tgtEl>
                                      </p:cBhvr>
                                    </p:animEffect>
                                    <p:anim calcmode="lin" valueType="num">
                                      <p:cBhvr additive="base">
                                        <p:cTn id="98" dur="550" fill="hold" decel="100000"/>
                                        <p:tgtEl>
                                          <p:spTgt spid="24"/>
                                        </p:tgtEl>
                                        <p:attrNameLst>
                                          <p:attrName>ppt_x</p:attrName>
                                        </p:attrNameLst>
                                      </p:cBhvr>
                                      <p:tavLst>
                                        <p:tav tm="0">
                                          <p:val>
                                            <p:strVal val="#ppt_x"/>
                                          </p:val>
                                        </p:tav>
                                        <p:tav tm="100000">
                                          <p:val>
                                            <p:strVal val="#ppt_x"/>
                                          </p:val>
                                        </p:tav>
                                      </p:tavLst>
                                    </p:anim>
                                    <p:anim calcmode="lin" valueType="num">
                                      <p:cBhvr additive="base">
                                        <p:cTn id="99" dur="550" fill="hold" decel="100000"/>
                                        <p:tgtEl>
                                          <p:spTgt spid="24"/>
                                        </p:tgtEl>
                                        <p:attrNameLst>
                                          <p:attrName>ppt_y</p:attrName>
                                        </p:attrNameLst>
                                      </p:cBhvr>
                                      <p:tavLst>
                                        <p:tav tm="0">
                                          <p:val>
                                            <p:strVal val="#ppt_y+0.05"/>
                                          </p:val>
                                        </p:tav>
                                        <p:tav tm="100000">
                                          <p:val>
                                            <p:strVal val="#ppt_y"/>
                                          </p:val>
                                        </p:tav>
                                      </p:tavLst>
                                    </p:anim>
                                  </p:childTnLst>
                                </p:cTn>
                              </p:par>
                              <p:par>
                                <p:cTn id="100" presetID="42" presetClass="entr" presetSubtype="0" fill="hold" grpId="0" nodeType="withEffect">
                                  <p:stCondLst>
                                    <p:cond delay="59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50"/>
                                        <p:tgtEl>
                                          <p:spTgt spid="25"/>
                                        </p:tgtEl>
                                      </p:cBhvr>
                                    </p:animEffect>
                                    <p:anim calcmode="lin" valueType="num">
                                      <p:cBhvr additive="base">
                                        <p:cTn id="103" dur="550" fill="hold" decel="100000"/>
                                        <p:tgtEl>
                                          <p:spTgt spid="25"/>
                                        </p:tgtEl>
                                        <p:attrNameLst>
                                          <p:attrName>ppt_x</p:attrName>
                                        </p:attrNameLst>
                                      </p:cBhvr>
                                      <p:tavLst>
                                        <p:tav tm="0">
                                          <p:val>
                                            <p:strVal val="#ppt_x"/>
                                          </p:val>
                                        </p:tav>
                                        <p:tav tm="100000">
                                          <p:val>
                                            <p:strVal val="#ppt_x"/>
                                          </p:val>
                                        </p:tav>
                                      </p:tavLst>
                                    </p:anim>
                                    <p:anim calcmode="lin" valueType="num">
                                      <p:cBhvr additive="base">
                                        <p:cTn id="104" dur="550" fill="hold" decel="100000"/>
                                        <p:tgtEl>
                                          <p:spTgt spid="25"/>
                                        </p:tgtEl>
                                        <p:attrNameLst>
                                          <p:attrName>ppt_y</p:attrName>
                                        </p:attrNameLst>
                                      </p:cBhvr>
                                      <p:tavLst>
                                        <p:tav tm="0">
                                          <p:val>
                                            <p:strVal val="#ppt_y+0.05"/>
                                          </p:val>
                                        </p:tav>
                                        <p:tav tm="100000">
                                          <p:val>
                                            <p:strVal val="#ppt_y"/>
                                          </p:val>
                                        </p:tav>
                                      </p:tavLst>
                                    </p:anim>
                                  </p:childTnLst>
                                </p:cTn>
                              </p:par>
                              <p:par>
                                <p:cTn id="105" presetID="42" presetClass="entr" presetSubtype="0" fill="hold" grpId="0" nodeType="withEffect">
                                  <p:stCondLst>
                                    <p:cond delay="68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550"/>
                                        <p:tgtEl>
                                          <p:spTgt spid="26"/>
                                        </p:tgtEl>
                                      </p:cBhvr>
                                    </p:animEffect>
                                    <p:anim calcmode="lin" valueType="num">
                                      <p:cBhvr additive="base">
                                        <p:cTn id="108" dur="550" fill="hold" decel="100000"/>
                                        <p:tgtEl>
                                          <p:spTgt spid="26"/>
                                        </p:tgtEl>
                                        <p:attrNameLst>
                                          <p:attrName>ppt_x</p:attrName>
                                        </p:attrNameLst>
                                      </p:cBhvr>
                                      <p:tavLst>
                                        <p:tav tm="0">
                                          <p:val>
                                            <p:strVal val="#ppt_x"/>
                                          </p:val>
                                        </p:tav>
                                        <p:tav tm="100000">
                                          <p:val>
                                            <p:strVal val="#ppt_x"/>
                                          </p:val>
                                        </p:tav>
                                      </p:tavLst>
                                    </p:anim>
                                    <p:anim calcmode="lin" valueType="num">
                                      <p:cBhvr additive="base">
                                        <p:cTn id="109" dur="550" fill="hold" decel="100000"/>
                                        <p:tgtEl>
                                          <p:spTgt spid="26"/>
                                        </p:tgtEl>
                                        <p:attrNameLst>
                                          <p:attrName>ppt_y</p:attrName>
                                        </p:attrNameLst>
                                      </p:cBhvr>
                                      <p:tavLst>
                                        <p:tav tm="0">
                                          <p:val>
                                            <p:strVal val="#ppt_y+0.05"/>
                                          </p:val>
                                        </p:tav>
                                        <p:tav tm="100000">
                                          <p:val>
                                            <p:strVal val="#ppt_y"/>
                                          </p:val>
                                        </p:tav>
                                      </p:tavLst>
                                    </p:anim>
                                  </p:childTnLst>
                                </p:cTn>
                              </p:par>
                              <p:par>
                                <p:cTn id="110" presetID="42" presetClass="entr" presetSubtype="0" fill="hold" grpId="0" nodeType="withEffect">
                                  <p:stCondLst>
                                    <p:cond delay="68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decel="100000"/>
                                        <p:tgtEl>
                                          <p:spTgt spid="27"/>
                                        </p:tgtEl>
                                        <p:attrNameLst>
                                          <p:attrName>ppt_x</p:attrName>
                                        </p:attrNameLst>
                                      </p:cBhvr>
                                      <p:tavLst>
                                        <p:tav tm="0">
                                          <p:val>
                                            <p:strVal val="#ppt_x"/>
                                          </p:val>
                                        </p:tav>
                                        <p:tav tm="100000">
                                          <p:val>
                                            <p:strVal val="#ppt_x"/>
                                          </p:val>
                                        </p:tav>
                                      </p:tavLst>
                                    </p:anim>
                                    <p:anim calcmode="lin" valueType="num">
                                      <p:cBhvr additive="base">
                                        <p:cTn id="114" dur="550" fill="hold" decel="100000"/>
                                        <p:tgtEl>
                                          <p:spTgt spid="27"/>
                                        </p:tgtEl>
                                        <p:attrNameLst>
                                          <p:attrName>ppt_y</p:attrName>
                                        </p:attrNameLst>
                                      </p:cBhvr>
                                      <p:tavLst>
                                        <p:tav tm="0">
                                          <p:val>
                                            <p:strVal val="#ppt_y+0.05"/>
                                          </p:val>
                                        </p:tav>
                                        <p:tav tm="100000">
                                          <p:val>
                                            <p:strVal val="#ppt_y"/>
                                          </p:val>
                                        </p:tav>
                                      </p:tavLst>
                                    </p:anim>
                                  </p:childTnLst>
                                </p:cTn>
                              </p:par>
                              <p:par>
                                <p:cTn id="115" presetID="42" presetClass="entr" presetSubtype="0" fill="hold" grpId="0" nodeType="withEffect">
                                  <p:stCondLst>
                                    <p:cond delay="68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50"/>
                                        <p:tgtEl>
                                          <p:spTgt spid="28"/>
                                        </p:tgtEl>
                                      </p:cBhvr>
                                    </p:animEffect>
                                    <p:anim calcmode="lin" valueType="num">
                                      <p:cBhvr additive="base">
                                        <p:cTn id="118" dur="550" fill="hold" decel="100000"/>
                                        <p:tgtEl>
                                          <p:spTgt spid="28"/>
                                        </p:tgtEl>
                                        <p:attrNameLst>
                                          <p:attrName>ppt_x</p:attrName>
                                        </p:attrNameLst>
                                      </p:cBhvr>
                                      <p:tavLst>
                                        <p:tav tm="0">
                                          <p:val>
                                            <p:strVal val="#ppt_x"/>
                                          </p:val>
                                        </p:tav>
                                        <p:tav tm="100000">
                                          <p:val>
                                            <p:strVal val="#ppt_x"/>
                                          </p:val>
                                        </p:tav>
                                      </p:tavLst>
                                    </p:anim>
                                    <p:anim calcmode="lin" valueType="num">
                                      <p:cBhvr additive="base">
                                        <p:cTn id="119" dur="550" fill="hold" decel="100000"/>
                                        <p:tgtEl>
                                          <p:spTgt spid="28"/>
                                        </p:tgtEl>
                                        <p:attrNameLst>
                                          <p:attrName>ppt_y</p:attrName>
                                        </p:attrNameLst>
                                      </p:cBhvr>
                                      <p:tavLst>
                                        <p:tav tm="0">
                                          <p:val>
                                            <p:strVal val="#ppt_y+0.05"/>
                                          </p:val>
                                        </p:tav>
                                        <p:tav tm="100000">
                                          <p:val>
                                            <p:strVal val="#ppt_y"/>
                                          </p:val>
                                        </p:tav>
                                      </p:tavLst>
                                    </p:anim>
                                  </p:childTnLst>
                                </p:cTn>
                              </p:par>
                              <p:par>
                                <p:cTn id="120" presetID="42" presetClass="entr" presetSubtype="0" fill="hold" grpId="0" nodeType="withEffect">
                                  <p:stCondLst>
                                    <p:cond delay="68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50"/>
                                        <p:tgtEl>
                                          <p:spTgt spid="29"/>
                                        </p:tgtEl>
                                      </p:cBhvr>
                                    </p:animEffect>
                                    <p:anim calcmode="lin" valueType="num">
                                      <p:cBhvr additive="base">
                                        <p:cTn id="123" dur="550" fill="hold" decel="100000"/>
                                        <p:tgtEl>
                                          <p:spTgt spid="29"/>
                                        </p:tgtEl>
                                        <p:attrNameLst>
                                          <p:attrName>ppt_x</p:attrName>
                                        </p:attrNameLst>
                                      </p:cBhvr>
                                      <p:tavLst>
                                        <p:tav tm="0">
                                          <p:val>
                                            <p:strVal val="#ppt_x"/>
                                          </p:val>
                                        </p:tav>
                                        <p:tav tm="100000">
                                          <p:val>
                                            <p:strVal val="#ppt_x"/>
                                          </p:val>
                                        </p:tav>
                                      </p:tavLst>
                                    </p:anim>
                                    <p:anim calcmode="lin" valueType="num">
                                      <p:cBhvr additive="base">
                                        <p:cTn id="124" dur="550" fill="hold" decel="100000"/>
                                        <p:tgtEl>
                                          <p:spTgt spid="29"/>
                                        </p:tgtEl>
                                        <p:attrNameLst>
                                          <p:attrName>ppt_y</p:attrName>
                                        </p:attrNameLst>
                                      </p:cBhvr>
                                      <p:tavLst>
                                        <p:tav tm="0">
                                          <p:val>
                                            <p:strVal val="#ppt_y+0.05"/>
                                          </p:val>
                                        </p:tav>
                                        <p:tav tm="100000">
                                          <p:val>
                                            <p:strVal val="#ppt_y"/>
                                          </p:val>
                                        </p:tav>
                                      </p:tavLst>
                                    </p:anim>
                                  </p:childTnLst>
                                </p:cTn>
                              </p:par>
                              <p:par>
                                <p:cTn id="125" presetID="42" presetClass="entr" presetSubtype="0" fill="hold" grpId="0" nodeType="withEffect">
                                  <p:stCondLst>
                                    <p:cond delay="760"/>
                                  </p:stCondLst>
                                  <p:childTnLst>
                                    <p:set>
                                      <p:cBhvr>
                                        <p:cTn id="126" dur="1" fill="hold">
                                          <p:stCondLst>
                                            <p:cond delay="0"/>
                                          </p:stCondLst>
                                        </p:cTn>
                                        <p:tgtEl>
                                          <p:spTgt spid="30"/>
                                        </p:tgtEl>
                                        <p:attrNameLst>
                                          <p:attrName>style.visibility</p:attrName>
                                        </p:attrNameLst>
                                      </p:cBhvr>
                                      <p:to>
                                        <p:strVal val="visible"/>
                                      </p:to>
                                    </p:set>
                                    <p:animEffect transition="in" filter="fade">
                                      <p:cBhvr>
                                        <p:cTn id="127" dur="550"/>
                                        <p:tgtEl>
                                          <p:spTgt spid="30"/>
                                        </p:tgtEl>
                                      </p:cBhvr>
                                    </p:animEffect>
                                    <p:anim calcmode="lin" valueType="num">
                                      <p:cBhvr additive="base">
                                        <p:cTn id="128" dur="550" fill="hold" decel="100000"/>
                                        <p:tgtEl>
                                          <p:spTgt spid="30"/>
                                        </p:tgtEl>
                                        <p:attrNameLst>
                                          <p:attrName>ppt_x</p:attrName>
                                        </p:attrNameLst>
                                      </p:cBhvr>
                                      <p:tavLst>
                                        <p:tav tm="0">
                                          <p:val>
                                            <p:strVal val="#ppt_x"/>
                                          </p:val>
                                        </p:tav>
                                        <p:tav tm="100000">
                                          <p:val>
                                            <p:strVal val="#ppt_x"/>
                                          </p:val>
                                        </p:tav>
                                      </p:tavLst>
                                    </p:anim>
                                    <p:anim calcmode="lin" valueType="num">
                                      <p:cBhvr additive="base">
                                        <p:cTn id="129" dur="550" fill="hold" decel="100000"/>
                                        <p:tgtEl>
                                          <p:spTgt spid="30"/>
                                        </p:tgtEl>
                                        <p:attrNameLst>
                                          <p:attrName>ppt_y</p:attrName>
                                        </p:attrNameLst>
                                      </p:cBhvr>
                                      <p:tavLst>
                                        <p:tav tm="0">
                                          <p:val>
                                            <p:strVal val="#ppt_y+0.05"/>
                                          </p:val>
                                        </p:tav>
                                        <p:tav tm="100000">
                                          <p:val>
                                            <p:strVal val="#ppt_y"/>
                                          </p:val>
                                        </p:tav>
                                      </p:tavLst>
                                    </p:anim>
                                  </p:childTnLst>
                                </p:cTn>
                              </p:par>
                              <p:par>
                                <p:cTn id="130" presetID="42" presetClass="entr" presetSubtype="0" fill="hold" grpId="0" nodeType="withEffect">
                                  <p:stCondLst>
                                    <p:cond delay="850"/>
                                  </p:stCondLst>
                                  <p:childTnLst>
                                    <p:set>
                                      <p:cBhvr>
                                        <p:cTn id="131" dur="1" fill="hold">
                                          <p:stCondLst>
                                            <p:cond delay="0"/>
                                          </p:stCondLst>
                                        </p:cTn>
                                        <p:tgtEl>
                                          <p:spTgt spid="31"/>
                                        </p:tgtEl>
                                        <p:attrNameLst>
                                          <p:attrName>style.visibility</p:attrName>
                                        </p:attrNameLst>
                                      </p:cBhvr>
                                      <p:to>
                                        <p:strVal val="visible"/>
                                      </p:to>
                                    </p:set>
                                    <p:animEffect transition="in" filter="fade">
                                      <p:cBhvr>
                                        <p:cTn id="132" dur="550"/>
                                        <p:tgtEl>
                                          <p:spTgt spid="31"/>
                                        </p:tgtEl>
                                      </p:cBhvr>
                                    </p:animEffect>
                                    <p:anim calcmode="lin" valueType="num">
                                      <p:cBhvr additive="base">
                                        <p:cTn id="133" dur="550" fill="hold" decel="100000"/>
                                        <p:tgtEl>
                                          <p:spTgt spid="31"/>
                                        </p:tgtEl>
                                        <p:attrNameLst>
                                          <p:attrName>ppt_x</p:attrName>
                                        </p:attrNameLst>
                                      </p:cBhvr>
                                      <p:tavLst>
                                        <p:tav tm="0">
                                          <p:val>
                                            <p:strVal val="#ppt_x"/>
                                          </p:val>
                                        </p:tav>
                                        <p:tav tm="100000">
                                          <p:val>
                                            <p:strVal val="#ppt_x"/>
                                          </p:val>
                                        </p:tav>
                                      </p:tavLst>
                                    </p:anim>
                                    <p:anim calcmode="lin" valueType="num">
                                      <p:cBhvr additive="base">
                                        <p:cTn id="134" dur="550" fill="hold" decel="100000"/>
                                        <p:tgtEl>
                                          <p:spTgt spid="31"/>
                                        </p:tgtEl>
                                        <p:attrNameLst>
                                          <p:attrName>ppt_y</p:attrName>
                                        </p:attrNameLst>
                                      </p:cBhvr>
                                      <p:tavLst>
                                        <p:tav tm="0">
                                          <p:val>
                                            <p:strVal val="#ppt_y+0.05"/>
                                          </p:val>
                                        </p:tav>
                                        <p:tav tm="100000">
                                          <p:val>
                                            <p:strVal val="#ppt_y"/>
                                          </p:val>
                                        </p:tav>
                                      </p:tavLst>
                                    </p:anim>
                                  </p:childTnLst>
                                </p:cTn>
                              </p:par>
                              <p:par>
                                <p:cTn id="135" presetID="42" presetClass="entr" presetSubtype="0" fill="hold" grpId="0" nodeType="withEffect">
                                  <p:stCondLst>
                                    <p:cond delay="85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550"/>
                                        <p:tgtEl>
                                          <p:spTgt spid="32"/>
                                        </p:tgtEl>
                                      </p:cBhvr>
                                    </p:animEffect>
                                    <p:anim calcmode="lin" valueType="num">
                                      <p:cBhvr additive="base">
                                        <p:cTn id="138" dur="550" fill="hold" decel="100000"/>
                                        <p:tgtEl>
                                          <p:spTgt spid="32"/>
                                        </p:tgtEl>
                                        <p:attrNameLst>
                                          <p:attrName>ppt_x</p:attrName>
                                        </p:attrNameLst>
                                      </p:cBhvr>
                                      <p:tavLst>
                                        <p:tav tm="0">
                                          <p:val>
                                            <p:strVal val="#ppt_x"/>
                                          </p:val>
                                        </p:tav>
                                        <p:tav tm="100000">
                                          <p:val>
                                            <p:strVal val="#ppt_x"/>
                                          </p:val>
                                        </p:tav>
                                      </p:tavLst>
                                    </p:anim>
                                    <p:anim calcmode="lin" valueType="num">
                                      <p:cBhvr additive="base">
                                        <p:cTn id="139" dur="550" fill="hold" decel="100000"/>
                                        <p:tgtEl>
                                          <p:spTgt spid="32"/>
                                        </p:tgtEl>
                                        <p:attrNameLst>
                                          <p:attrName>ppt_y</p:attrName>
                                        </p:attrNameLst>
                                      </p:cBhvr>
                                      <p:tavLst>
                                        <p:tav tm="0">
                                          <p:val>
                                            <p:strVal val="#ppt_y+0.05"/>
                                          </p:val>
                                        </p:tav>
                                        <p:tav tm="100000">
                                          <p:val>
                                            <p:strVal val="#ppt_y"/>
                                          </p:val>
                                        </p:tav>
                                      </p:tavLst>
                                    </p:anim>
                                  </p:childTnLst>
                                </p:cTn>
                              </p:par>
                              <p:par>
                                <p:cTn id="140" presetID="42" presetClass="entr" presetSubtype="0" fill="hold" grpId="0" nodeType="withEffect">
                                  <p:stCondLst>
                                    <p:cond delay="850"/>
                                  </p:stCondLst>
                                  <p:childTnLst>
                                    <p:set>
                                      <p:cBhvr>
                                        <p:cTn id="141" dur="1" fill="hold">
                                          <p:stCondLst>
                                            <p:cond delay="0"/>
                                          </p:stCondLst>
                                        </p:cTn>
                                        <p:tgtEl>
                                          <p:spTgt spid="33"/>
                                        </p:tgtEl>
                                        <p:attrNameLst>
                                          <p:attrName>style.visibility</p:attrName>
                                        </p:attrNameLst>
                                      </p:cBhvr>
                                      <p:to>
                                        <p:strVal val="visible"/>
                                      </p:to>
                                    </p:set>
                                    <p:animEffect transition="in" filter="fade">
                                      <p:cBhvr>
                                        <p:cTn id="142" dur="550"/>
                                        <p:tgtEl>
                                          <p:spTgt spid="33"/>
                                        </p:tgtEl>
                                      </p:cBhvr>
                                    </p:animEffect>
                                    <p:anim calcmode="lin" valueType="num">
                                      <p:cBhvr additive="base">
                                        <p:cTn id="143" dur="550" fill="hold" decel="100000"/>
                                        <p:tgtEl>
                                          <p:spTgt spid="33"/>
                                        </p:tgtEl>
                                        <p:attrNameLst>
                                          <p:attrName>ppt_x</p:attrName>
                                        </p:attrNameLst>
                                      </p:cBhvr>
                                      <p:tavLst>
                                        <p:tav tm="0">
                                          <p:val>
                                            <p:strVal val="#ppt_x"/>
                                          </p:val>
                                        </p:tav>
                                        <p:tav tm="100000">
                                          <p:val>
                                            <p:strVal val="#ppt_x"/>
                                          </p:val>
                                        </p:tav>
                                      </p:tavLst>
                                    </p:anim>
                                    <p:anim calcmode="lin" valueType="num">
                                      <p:cBhvr additive="base">
                                        <p:cTn id="144" dur="550" fill="hold" decel="100000"/>
                                        <p:tgtEl>
                                          <p:spTgt spid="33"/>
                                        </p:tgtEl>
                                        <p:attrNameLst>
                                          <p:attrName>ppt_y</p:attrName>
                                        </p:attrNameLst>
                                      </p:cBhvr>
                                      <p:tavLst>
                                        <p:tav tm="0">
                                          <p:val>
                                            <p:strVal val="#ppt_y+0.05"/>
                                          </p:val>
                                        </p:tav>
                                        <p:tav tm="100000">
                                          <p:val>
                                            <p:strVal val="#ppt_y"/>
                                          </p:val>
                                        </p:tav>
                                      </p:tavLst>
                                    </p:anim>
                                  </p:childTnLst>
                                </p:cTn>
                              </p:par>
                              <p:par>
                                <p:cTn id="145" presetID="42" presetClass="entr" presetSubtype="0" fill="hold" grpId="0" nodeType="withEffect">
                                  <p:stCondLst>
                                    <p:cond delay="850"/>
                                  </p:stCondLst>
                                  <p:childTnLst>
                                    <p:set>
                                      <p:cBhvr>
                                        <p:cTn id="146" dur="1" fill="hold">
                                          <p:stCondLst>
                                            <p:cond delay="0"/>
                                          </p:stCondLst>
                                        </p:cTn>
                                        <p:tgtEl>
                                          <p:spTgt spid="34"/>
                                        </p:tgtEl>
                                        <p:attrNameLst>
                                          <p:attrName>style.visibility</p:attrName>
                                        </p:attrNameLst>
                                      </p:cBhvr>
                                      <p:to>
                                        <p:strVal val="visible"/>
                                      </p:to>
                                    </p:set>
                                    <p:animEffect transition="in" filter="fade">
                                      <p:cBhvr>
                                        <p:cTn id="147" dur="550"/>
                                        <p:tgtEl>
                                          <p:spTgt spid="34"/>
                                        </p:tgtEl>
                                      </p:cBhvr>
                                    </p:animEffect>
                                    <p:anim calcmode="lin" valueType="num">
                                      <p:cBhvr additive="base">
                                        <p:cTn id="148" dur="550" fill="hold" decel="100000"/>
                                        <p:tgtEl>
                                          <p:spTgt spid="34"/>
                                        </p:tgtEl>
                                        <p:attrNameLst>
                                          <p:attrName>ppt_x</p:attrName>
                                        </p:attrNameLst>
                                      </p:cBhvr>
                                      <p:tavLst>
                                        <p:tav tm="0">
                                          <p:val>
                                            <p:strVal val="#ppt_x"/>
                                          </p:val>
                                        </p:tav>
                                        <p:tav tm="100000">
                                          <p:val>
                                            <p:strVal val="#ppt_x"/>
                                          </p:val>
                                        </p:tav>
                                      </p:tavLst>
                                    </p:anim>
                                    <p:anim calcmode="lin" valueType="num">
                                      <p:cBhvr additive="base">
                                        <p:cTn id="149" dur="550" fill="hold" decel="100000"/>
                                        <p:tgtEl>
                                          <p:spTgt spid="34"/>
                                        </p:tgtEl>
                                        <p:attrNameLst>
                                          <p:attrName>ppt_y</p:attrName>
                                        </p:attrNameLst>
                                      </p:cBhvr>
                                      <p:tavLst>
                                        <p:tav tm="0">
                                          <p:val>
                                            <p:strVal val="#ppt_y+0.05"/>
                                          </p:val>
                                        </p:tav>
                                        <p:tav tm="100000">
                                          <p:val>
                                            <p:strVal val="#ppt_y"/>
                                          </p:val>
                                        </p:tav>
                                      </p:tavLst>
                                    </p:anim>
                                  </p:childTnLst>
                                </p:cTn>
                              </p:par>
                              <p:par>
                                <p:cTn id="150" presetID="42" presetClass="entr" presetSubtype="0" fill="hold" grpId="0" nodeType="withEffect">
                                  <p:stCondLst>
                                    <p:cond delay="930"/>
                                  </p:stCondLst>
                                  <p:childTnLst>
                                    <p:set>
                                      <p:cBhvr>
                                        <p:cTn id="151" dur="1" fill="hold">
                                          <p:stCondLst>
                                            <p:cond delay="0"/>
                                          </p:stCondLst>
                                        </p:cTn>
                                        <p:tgtEl>
                                          <p:spTgt spid="35"/>
                                        </p:tgtEl>
                                        <p:attrNameLst>
                                          <p:attrName>style.visibility</p:attrName>
                                        </p:attrNameLst>
                                      </p:cBhvr>
                                      <p:to>
                                        <p:strVal val="visible"/>
                                      </p:to>
                                    </p:set>
                                    <p:animEffect transition="in" filter="fade">
                                      <p:cBhvr>
                                        <p:cTn id="152" dur="550"/>
                                        <p:tgtEl>
                                          <p:spTgt spid="35"/>
                                        </p:tgtEl>
                                      </p:cBhvr>
                                    </p:animEffect>
                                    <p:anim calcmode="lin" valueType="num">
                                      <p:cBhvr additive="base">
                                        <p:cTn id="153" dur="550" fill="hold" decel="100000"/>
                                        <p:tgtEl>
                                          <p:spTgt spid="35"/>
                                        </p:tgtEl>
                                        <p:attrNameLst>
                                          <p:attrName>ppt_x</p:attrName>
                                        </p:attrNameLst>
                                      </p:cBhvr>
                                      <p:tavLst>
                                        <p:tav tm="0">
                                          <p:val>
                                            <p:strVal val="#ppt_x"/>
                                          </p:val>
                                        </p:tav>
                                        <p:tav tm="100000">
                                          <p:val>
                                            <p:strVal val="#ppt_x"/>
                                          </p:val>
                                        </p:tav>
                                      </p:tavLst>
                                    </p:anim>
                                    <p:anim calcmode="lin" valueType="num">
                                      <p:cBhvr additive="base">
                                        <p:cTn id="154" dur="550" fill="hold" decel="100000"/>
                                        <p:tgtEl>
                                          <p:spTgt spid="35"/>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P spid="24" grpId="0" animBg="1"/>
      <p:bldP spid="25" grpId="0" animBg="1"/>
      <p:bldP spid="26" grpId="0" animBg="1"/>
      <p:bldP spid="27" grpId="0" animBg="1"/>
      <p:bldP spid="29" grpId="0" animBg="1"/>
      <p:bldP spid="30" grpId="0" animBg="1"/>
      <p:bldP spid="31" grpId="0" animBg="1"/>
      <p:bldP spid="32"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rbA"/>
          <p:cNvSpPr/>
          <p:nvPr/>
        </p:nvSpPr>
        <p:spPr>
          <a:xfrm>
            <a:off x="4937760" y="822960"/>
            <a:ext cx="3657600" cy="3657600"/>
          </a:xfrm>
          <a:prstGeom prst="ellipse">
            <a:avLst/>
          </a:prstGeom>
          <a:solidFill>
            <a:schemeClr val="accent1">
              <a:alpha val="14000"/>
            </a:schemeClr>
          </a:solidFill>
          <a:ln/>
        </p:spPr>
      </p:sp>
      <p:sp>
        <p:nvSpPr>
          <p:cNvPr id="3" name="!!orbB"/>
          <p:cNvSpPr/>
          <p:nvPr/>
        </p:nvSpPr>
        <p:spPr>
          <a:xfrm>
            <a:off x="-731520" y="4754880"/>
            <a:ext cx="1280160" cy="1280160"/>
          </a:xfrm>
          <a:prstGeom prst="ellipse">
            <a:avLst/>
          </a:prstGeom>
          <a:solidFill>
            <a:schemeClr val="accent2">
              <a:alpha val="40000"/>
            </a:schemeClr>
          </a:solidFill>
          <a:ln/>
        </p:spPr>
      </p:sp>
      <p:sp>
        <p:nvSpPr>
          <p:cNvPr id="4" name="!!orbC"/>
          <p:cNvSpPr/>
          <p:nvPr/>
        </p:nvSpPr>
        <p:spPr>
          <a:xfrm>
            <a:off x="11338560" y="182880"/>
            <a:ext cx="640080" cy="640080"/>
          </a:xfrm>
          <a:prstGeom prst="ellipse">
            <a:avLst/>
          </a:prstGeom>
          <a:solidFill>
            <a:schemeClr val="accent3">
              <a:alpha val="7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rPr>
              <a:t>Where FluxGuard fits</a:t>
            </a:r>
            <a:endParaRPr lang="en-US" sz="3600" dirty="0"/>
          </a:p>
        </p:txBody>
      </p:sp>
      <p:sp>
        <p:nvSpPr>
          <p:cNvPr id="6" name="shape_156"/>
          <p:cNvSpPr/>
          <p:nvPr/>
        </p:nvSpPr>
        <p:spPr>
          <a:xfrm>
            <a:off x="4206240" y="1645920"/>
            <a:ext cx="3429000" cy="2011680"/>
          </a:xfrm>
          <a:prstGeom prst="roundRect">
            <a:avLst>
              <a:gd name="adj" fmla="val 9091"/>
            </a:avLst>
          </a:prstGeom>
          <a:solidFill>
            <a:schemeClr val="accent1">
              <a:alpha val="15000"/>
            </a:schemeClr>
          </a:solidFill>
          <a:ln/>
        </p:spPr>
      </p:sp>
      <p:sp>
        <p:nvSpPr>
          <p:cNvPr id="7" name="shape_157"/>
          <p:cNvSpPr/>
          <p:nvPr/>
        </p:nvSpPr>
        <p:spPr>
          <a:xfrm>
            <a:off x="548640" y="3749040"/>
            <a:ext cx="7132320" cy="0"/>
          </a:xfrm>
          <a:prstGeom prst="line">
            <a:avLst/>
          </a:prstGeom>
          <a:noFill/>
          <a:ln w="19050">
            <a:solidFill>
              <a:schemeClr val="accent6"/>
            </a:solidFill>
            <a:prstDash val="solid"/>
            <a:tailEnd type="triangle"/>
          </a:ln>
        </p:spPr>
      </p:sp>
      <p:sp>
        <p:nvSpPr>
          <p:cNvPr id="8" name="shape_158"/>
          <p:cNvSpPr/>
          <p:nvPr/>
        </p:nvSpPr>
        <p:spPr>
          <a:xfrm flipV="1">
            <a:off x="4114800" y="1600200"/>
            <a:ext cx="0" cy="4297680"/>
          </a:xfrm>
          <a:prstGeom prst="line">
            <a:avLst/>
          </a:prstGeom>
          <a:noFill/>
          <a:ln w="19050">
            <a:solidFill>
              <a:schemeClr val="accent6"/>
            </a:solidFill>
            <a:prstDash val="solid"/>
            <a:tailEnd type="triangle"/>
          </a:ln>
        </p:spPr>
      </p:sp>
      <p:sp>
        <p:nvSpPr>
          <p:cNvPr id="9" name="text_159"/>
          <p:cNvSpPr txBox="1"/>
          <p:nvPr/>
        </p:nvSpPr>
        <p:spPr>
          <a:xfrm>
            <a:off x="548640" y="3822192"/>
            <a:ext cx="1828800" cy="274320"/>
          </a:xfrm>
          <a:prstGeom prst="rect">
            <a:avLst/>
          </a:prstGeom>
          <a:noFill/>
          <a:ln/>
        </p:spPr>
        <p:txBody>
          <a:bodyPr wrap="square" lIns="0" tIns="0" rIns="0" bIns="0" rtlCol="0" anchor="ctr"/>
          <a:lstStyle/>
          <a:p>
            <a:pPr indent="0" marL="0">
              <a:buNone/>
            </a:pPr>
            <a:r>
              <a:rPr lang="en-US" sz="1200" dirty="0">
                <a:solidFill>
                  <a:schemeClr val="accent6"/>
                </a:solidFill>
              </a:rPr>
              <a:t>Tracks symptoms</a:t>
            </a:r>
            <a:endParaRPr lang="en-US" sz="1200" dirty="0"/>
          </a:p>
        </p:txBody>
      </p:sp>
      <p:sp>
        <p:nvSpPr>
          <p:cNvPr id="10" name="text_160"/>
          <p:cNvSpPr txBox="1"/>
          <p:nvPr/>
        </p:nvSpPr>
        <p:spPr>
          <a:xfrm>
            <a:off x="5669280" y="3822192"/>
            <a:ext cx="2011680" cy="274320"/>
          </a:xfrm>
          <a:prstGeom prst="rect">
            <a:avLst/>
          </a:prstGeom>
          <a:noFill/>
          <a:ln/>
        </p:spPr>
        <p:txBody>
          <a:bodyPr wrap="square" lIns="0" tIns="0" rIns="0" bIns="0" rtlCol="0" anchor="ctr"/>
          <a:lstStyle/>
          <a:p>
            <a:pPr algn="r" indent="0" marL="0">
              <a:buNone/>
            </a:pPr>
            <a:r>
              <a:rPr lang="en-US" sz="1200" b="1" dirty="0">
                <a:solidFill>
                  <a:schemeClr val="accent6"/>
                </a:solidFill>
              </a:rPr>
              <a:t>Predicts &amp; prevents</a:t>
            </a:r>
            <a:endParaRPr lang="en-US" sz="1200" dirty="0"/>
          </a:p>
        </p:txBody>
      </p:sp>
      <p:sp>
        <p:nvSpPr>
          <p:cNvPr id="11" name="text_161"/>
          <p:cNvSpPr txBox="1"/>
          <p:nvPr/>
        </p:nvSpPr>
        <p:spPr>
          <a:xfrm>
            <a:off x="4224528" y="1600200"/>
            <a:ext cx="1463040" cy="274320"/>
          </a:xfrm>
          <a:prstGeom prst="rect">
            <a:avLst/>
          </a:prstGeom>
          <a:noFill/>
          <a:ln/>
        </p:spPr>
        <p:txBody>
          <a:bodyPr wrap="square" lIns="0" tIns="0" rIns="0" bIns="0" rtlCol="0" anchor="ctr"/>
          <a:lstStyle/>
          <a:p>
            <a:pPr indent="0" marL="0">
              <a:buNone/>
            </a:pPr>
            <a:r>
              <a:rPr lang="en-US" sz="1200" b="1" dirty="0">
                <a:solidFill>
                  <a:schemeClr val="accent6"/>
                </a:solidFill>
              </a:rPr>
              <a:t>Gut + mind</a:t>
            </a:r>
            <a:endParaRPr lang="en-US" sz="1200" dirty="0"/>
          </a:p>
        </p:txBody>
      </p:sp>
      <p:sp>
        <p:nvSpPr>
          <p:cNvPr id="12" name="text_162"/>
          <p:cNvSpPr txBox="1"/>
          <p:nvPr/>
        </p:nvSpPr>
        <p:spPr>
          <a:xfrm>
            <a:off x="4224528" y="5623560"/>
            <a:ext cx="1463040" cy="274320"/>
          </a:xfrm>
          <a:prstGeom prst="rect">
            <a:avLst/>
          </a:prstGeom>
          <a:noFill/>
          <a:ln/>
        </p:spPr>
        <p:txBody>
          <a:bodyPr wrap="square" lIns="0" tIns="0" rIns="0" bIns="0" rtlCol="0" anchor="ctr"/>
          <a:lstStyle/>
          <a:p>
            <a:pPr indent="0" marL="0">
              <a:buNone/>
            </a:pPr>
            <a:r>
              <a:rPr lang="en-US" sz="1200" dirty="0">
                <a:solidFill>
                  <a:schemeClr val="accent6"/>
                </a:solidFill>
              </a:rPr>
              <a:t>Gut only</a:t>
            </a:r>
            <a:endParaRPr lang="en-US" sz="1200" dirty="0"/>
          </a:p>
        </p:txBody>
      </p:sp>
      <p:sp>
        <p:nvSpPr>
          <p:cNvPr id="13" name="shape_163"/>
          <p:cNvSpPr/>
          <p:nvPr/>
        </p:nvSpPr>
        <p:spPr>
          <a:xfrm>
            <a:off x="914400" y="1965960"/>
            <a:ext cx="900684" cy="384048"/>
          </a:xfrm>
          <a:prstGeom prst="roundRect">
            <a:avLst>
              <a:gd name="adj" fmla="val 50000"/>
            </a:avLst>
          </a:prstGeom>
          <a:solidFill>
            <a:schemeClr val="tx2"/>
          </a:solidFill>
          <a:ln w="12700">
            <a:solidFill>
              <a:schemeClr val="accent4"/>
            </a:solidFill>
            <a:prstDash val="solid"/>
          </a:ln>
        </p:spPr>
      </p:sp>
      <p:sp>
        <p:nvSpPr>
          <p:cNvPr id="14" name="text_164"/>
          <p:cNvSpPr txBox="1"/>
          <p:nvPr/>
        </p:nvSpPr>
        <p:spPr>
          <a:xfrm>
            <a:off x="914400" y="1965960"/>
            <a:ext cx="900684" cy="384048"/>
          </a:xfrm>
          <a:prstGeom prst="rect">
            <a:avLst/>
          </a:prstGeom>
          <a:noFill/>
          <a:ln/>
        </p:spPr>
        <p:txBody>
          <a:bodyPr wrap="square" lIns="0" tIns="0" rIns="0" bIns="0" rtlCol="0" anchor="ctr"/>
          <a:lstStyle/>
          <a:p>
            <a:pPr algn="ctr" indent="0" marL="0">
              <a:buNone/>
            </a:pPr>
            <a:r>
              <a:rPr lang="en-US" sz="1200" dirty="0">
                <a:solidFill>
                  <a:schemeClr val="bg2"/>
                </a:solidFill>
              </a:rPr>
              <a:t>Moodfit</a:t>
            </a:r>
            <a:endParaRPr lang="en-US" sz="1200" dirty="0"/>
          </a:p>
        </p:txBody>
      </p:sp>
      <p:sp>
        <p:nvSpPr>
          <p:cNvPr id="15" name="shape_165"/>
          <p:cNvSpPr/>
          <p:nvPr/>
        </p:nvSpPr>
        <p:spPr>
          <a:xfrm>
            <a:off x="2057400" y="2788920"/>
            <a:ext cx="1335024" cy="384048"/>
          </a:xfrm>
          <a:prstGeom prst="roundRect">
            <a:avLst>
              <a:gd name="adj" fmla="val 50000"/>
            </a:avLst>
          </a:prstGeom>
          <a:solidFill>
            <a:schemeClr val="tx2"/>
          </a:solidFill>
          <a:ln w="12700">
            <a:solidFill>
              <a:schemeClr val="accent4"/>
            </a:solidFill>
            <a:prstDash val="solid"/>
          </a:ln>
        </p:spPr>
      </p:sp>
      <p:sp>
        <p:nvSpPr>
          <p:cNvPr id="16" name="text_166"/>
          <p:cNvSpPr txBox="1"/>
          <p:nvPr/>
        </p:nvSpPr>
        <p:spPr>
          <a:xfrm>
            <a:off x="2057400" y="2788920"/>
            <a:ext cx="1335024" cy="384048"/>
          </a:xfrm>
          <a:prstGeom prst="rect">
            <a:avLst/>
          </a:prstGeom>
          <a:noFill/>
          <a:ln/>
        </p:spPr>
        <p:txBody>
          <a:bodyPr wrap="square" lIns="0" tIns="0" rIns="0" bIns="0" rtlCol="0" anchor="ctr"/>
          <a:lstStyle/>
          <a:p>
            <a:pPr algn="ctr" indent="0" marL="0">
              <a:buNone/>
            </a:pPr>
            <a:r>
              <a:rPr lang="en-US" sz="1200" dirty="0">
                <a:solidFill>
                  <a:schemeClr val="bg2"/>
                </a:solidFill>
              </a:rPr>
              <a:t>Mindful GERD</a:t>
            </a:r>
            <a:endParaRPr lang="en-US" sz="1200" dirty="0"/>
          </a:p>
        </p:txBody>
      </p:sp>
      <p:sp>
        <p:nvSpPr>
          <p:cNvPr id="17" name="shape_167"/>
          <p:cNvSpPr/>
          <p:nvPr/>
        </p:nvSpPr>
        <p:spPr>
          <a:xfrm>
            <a:off x="868680" y="4160520"/>
            <a:ext cx="813816" cy="384048"/>
          </a:xfrm>
          <a:prstGeom prst="roundRect">
            <a:avLst>
              <a:gd name="adj" fmla="val 50000"/>
            </a:avLst>
          </a:prstGeom>
          <a:solidFill>
            <a:schemeClr val="tx2"/>
          </a:solidFill>
          <a:ln w="12700">
            <a:solidFill>
              <a:schemeClr val="accent4"/>
            </a:solidFill>
            <a:prstDash val="solid"/>
          </a:ln>
        </p:spPr>
      </p:sp>
      <p:sp>
        <p:nvSpPr>
          <p:cNvPr id="18" name="text_168"/>
          <p:cNvSpPr txBox="1"/>
          <p:nvPr/>
        </p:nvSpPr>
        <p:spPr>
          <a:xfrm>
            <a:off x="868680" y="4160520"/>
            <a:ext cx="813816" cy="384048"/>
          </a:xfrm>
          <a:prstGeom prst="rect">
            <a:avLst/>
          </a:prstGeom>
          <a:noFill/>
          <a:ln/>
        </p:spPr>
        <p:txBody>
          <a:bodyPr wrap="square" lIns="0" tIns="0" rIns="0" bIns="0" rtlCol="0" anchor="ctr"/>
          <a:lstStyle/>
          <a:p>
            <a:pPr algn="ctr" indent="0" marL="0">
              <a:buNone/>
            </a:pPr>
            <a:r>
              <a:rPr lang="en-US" sz="1200" dirty="0">
                <a:solidFill>
                  <a:schemeClr val="bg2"/>
                </a:solidFill>
              </a:rPr>
              <a:t>NoBurn</a:t>
            </a:r>
            <a:endParaRPr lang="en-US" sz="1200" dirty="0"/>
          </a:p>
        </p:txBody>
      </p:sp>
      <p:sp>
        <p:nvSpPr>
          <p:cNvPr id="19" name="shape_169"/>
          <p:cNvSpPr/>
          <p:nvPr/>
        </p:nvSpPr>
        <p:spPr>
          <a:xfrm>
            <a:off x="2240280" y="4800600"/>
            <a:ext cx="1074420" cy="384048"/>
          </a:xfrm>
          <a:prstGeom prst="roundRect">
            <a:avLst>
              <a:gd name="adj" fmla="val 50000"/>
            </a:avLst>
          </a:prstGeom>
          <a:solidFill>
            <a:schemeClr val="tx2"/>
          </a:solidFill>
          <a:ln w="12700">
            <a:solidFill>
              <a:schemeClr val="accent4"/>
            </a:solidFill>
            <a:prstDash val="solid"/>
          </a:ln>
        </p:spPr>
      </p:sp>
      <p:sp>
        <p:nvSpPr>
          <p:cNvPr id="20" name="text_170"/>
          <p:cNvSpPr txBox="1"/>
          <p:nvPr/>
        </p:nvSpPr>
        <p:spPr>
          <a:xfrm>
            <a:off x="2240280" y="4800600"/>
            <a:ext cx="1074420" cy="384048"/>
          </a:xfrm>
          <a:prstGeom prst="rect">
            <a:avLst/>
          </a:prstGeom>
          <a:noFill/>
          <a:ln/>
        </p:spPr>
        <p:txBody>
          <a:bodyPr wrap="square" lIns="0" tIns="0" rIns="0" bIns="0" rtlCol="0" anchor="ctr"/>
          <a:lstStyle/>
          <a:p>
            <a:pPr algn="ctr" indent="0" marL="0">
              <a:buNone/>
            </a:pPr>
            <a:r>
              <a:rPr lang="en-US" sz="1200" dirty="0">
                <a:solidFill>
                  <a:schemeClr val="bg2"/>
                </a:solidFill>
              </a:rPr>
              <a:t>GERDragon</a:t>
            </a:r>
            <a:endParaRPr lang="en-US" sz="1200" dirty="0"/>
          </a:p>
        </p:txBody>
      </p:sp>
      <p:sp>
        <p:nvSpPr>
          <p:cNvPr id="21" name="shape_171"/>
          <p:cNvSpPr/>
          <p:nvPr/>
        </p:nvSpPr>
        <p:spPr>
          <a:xfrm>
            <a:off x="777240" y="5349240"/>
            <a:ext cx="1248156" cy="384048"/>
          </a:xfrm>
          <a:prstGeom prst="roundRect">
            <a:avLst>
              <a:gd name="adj" fmla="val 50000"/>
            </a:avLst>
          </a:prstGeom>
          <a:solidFill>
            <a:schemeClr val="tx2"/>
          </a:solidFill>
          <a:ln w="12700">
            <a:solidFill>
              <a:schemeClr val="accent4"/>
            </a:solidFill>
            <a:prstDash val="solid"/>
          </a:ln>
        </p:spPr>
      </p:sp>
      <p:sp>
        <p:nvSpPr>
          <p:cNvPr id="22" name="text_172"/>
          <p:cNvSpPr txBox="1"/>
          <p:nvPr/>
        </p:nvSpPr>
        <p:spPr>
          <a:xfrm>
            <a:off x="777240" y="5349240"/>
            <a:ext cx="1248156" cy="384048"/>
          </a:xfrm>
          <a:prstGeom prst="rect">
            <a:avLst/>
          </a:prstGeom>
          <a:noFill/>
          <a:ln/>
        </p:spPr>
        <p:txBody>
          <a:bodyPr wrap="square" lIns="0" tIns="0" rIns="0" bIns="0" rtlCol="0" anchor="ctr"/>
          <a:lstStyle/>
          <a:p>
            <a:pPr algn="ctr" indent="0" marL="0">
              <a:buNone/>
            </a:pPr>
            <a:r>
              <a:rPr lang="en-US" sz="1200" dirty="0">
                <a:solidFill>
                  <a:schemeClr val="bg2"/>
                </a:solidFill>
              </a:rPr>
              <a:t>Food Marble</a:t>
            </a:r>
            <a:endParaRPr lang="en-US" sz="1200" dirty="0"/>
          </a:p>
        </p:txBody>
      </p:sp>
      <p:sp>
        <p:nvSpPr>
          <p:cNvPr id="23" name="shape_173"/>
          <p:cNvSpPr/>
          <p:nvPr/>
        </p:nvSpPr>
        <p:spPr>
          <a:xfrm>
            <a:off x="4663440" y="4617720"/>
            <a:ext cx="1074420" cy="384048"/>
          </a:xfrm>
          <a:prstGeom prst="roundRect">
            <a:avLst>
              <a:gd name="adj" fmla="val 50000"/>
            </a:avLst>
          </a:prstGeom>
          <a:solidFill>
            <a:schemeClr val="tx2"/>
          </a:solidFill>
          <a:ln w="12700">
            <a:solidFill>
              <a:schemeClr val="accent4"/>
            </a:solidFill>
            <a:prstDash val="solid"/>
          </a:ln>
        </p:spPr>
      </p:sp>
      <p:sp>
        <p:nvSpPr>
          <p:cNvPr id="24" name="text_174"/>
          <p:cNvSpPr txBox="1"/>
          <p:nvPr/>
        </p:nvSpPr>
        <p:spPr>
          <a:xfrm>
            <a:off x="4663440" y="4617720"/>
            <a:ext cx="1074420" cy="384048"/>
          </a:xfrm>
          <a:prstGeom prst="rect">
            <a:avLst/>
          </a:prstGeom>
          <a:noFill/>
          <a:ln/>
        </p:spPr>
        <p:txBody>
          <a:bodyPr wrap="square" lIns="0" tIns="0" rIns="0" bIns="0" rtlCol="0" anchor="ctr"/>
          <a:lstStyle/>
          <a:p>
            <a:pPr algn="ctr" indent="0" marL="0">
              <a:buNone/>
            </a:pPr>
            <a:r>
              <a:rPr lang="en-US" sz="1200" dirty="0">
                <a:solidFill>
                  <a:schemeClr val="bg2"/>
                </a:solidFill>
              </a:rPr>
              <a:t>Cara Care</a:t>
            </a:r>
            <a:endParaRPr lang="en-US" sz="1200" dirty="0"/>
          </a:p>
        </p:txBody>
      </p:sp>
      <p:sp>
        <p:nvSpPr>
          <p:cNvPr id="25" name="shape_175"/>
          <p:cNvSpPr/>
          <p:nvPr/>
        </p:nvSpPr>
        <p:spPr>
          <a:xfrm>
            <a:off x="5212080" y="2240280"/>
            <a:ext cx="2011680" cy="566928"/>
          </a:xfrm>
          <a:prstGeom prst="roundRect">
            <a:avLst>
              <a:gd name="adj" fmla="val 50000"/>
            </a:avLst>
          </a:prstGeom>
          <a:solidFill>
            <a:schemeClr val="accent1"/>
          </a:solidFill>
          <a:ln/>
          <a:effectLst>
            <a:outerShdw sx="100000" sy="100000" kx="0" ky="0" algn="bl" rotWithShape="0" blurRad="203200" dist="50800" dir="5400000">
              <a:srgbClr val="29A8E0">
                <a:alpha val="45000"/>
              </a:srgbClr>
            </a:outerShdw>
          </a:effectLst>
        </p:spPr>
      </p:sp>
      <p:pic>
        <p:nvPicPr>
          <p:cNvPr id="26" name="icon_176" descr="ShieldCheck icon">    </p:cNvPr>
          <p:cNvPicPr>
            <a:picLocks noChangeAspect="1"/>
          </p:cNvPicPr>
          <p:nvPr/>
        </p:nvPicPr>
        <p:blipFill>
          <a:blip r:embed="rId1"/>
          <a:stretch>
            <a:fillRect/>
          </a:stretch>
        </p:blipFill>
        <p:spPr>
          <a:xfrm>
            <a:off x="5376672" y="2377440"/>
            <a:ext cx="292608" cy="292608"/>
          </a:xfrm>
          <a:prstGeom prst="rect">
            <a:avLst/>
          </a:prstGeom>
        </p:spPr>
      </p:pic>
      <p:sp>
        <p:nvSpPr>
          <p:cNvPr id="27" name="text_177"/>
          <p:cNvSpPr txBox="1"/>
          <p:nvPr/>
        </p:nvSpPr>
        <p:spPr>
          <a:xfrm>
            <a:off x="5715000" y="2240280"/>
            <a:ext cx="1417320" cy="566928"/>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FluxGuard</a:t>
            </a:r>
            <a:endParaRPr lang="en-US" sz="1700" dirty="0"/>
          </a:p>
        </p:txBody>
      </p:sp>
      <p:sp>
        <p:nvSpPr>
          <p:cNvPr id="28" name="text_178"/>
          <p:cNvSpPr txBox="1"/>
          <p:nvPr/>
        </p:nvSpPr>
        <p:spPr>
          <a:xfrm>
            <a:off x="8229600" y="1691640"/>
            <a:ext cx="338328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OUR EDGE</a:t>
            </a:r>
            <a:endParaRPr lang="en-US" sz="1200" dirty="0"/>
          </a:p>
        </p:txBody>
      </p:sp>
      <p:pic>
        <p:nvPicPr>
          <p:cNvPr id="29" name="icon_179" descr="CircleCheck icon">    </p:cNvPr>
          <p:cNvPicPr>
            <a:picLocks noChangeAspect="1"/>
          </p:cNvPicPr>
          <p:nvPr/>
        </p:nvPicPr>
        <p:blipFill>
          <a:blip r:embed="rId2"/>
          <a:stretch>
            <a:fillRect/>
          </a:stretch>
        </p:blipFill>
        <p:spPr>
          <a:xfrm>
            <a:off x="8229600" y="2176272"/>
            <a:ext cx="329184" cy="329184"/>
          </a:xfrm>
          <a:prstGeom prst="rect">
            <a:avLst/>
          </a:prstGeom>
        </p:spPr>
      </p:pic>
      <p:sp>
        <p:nvSpPr>
          <p:cNvPr id="30" name="text_180"/>
          <p:cNvSpPr txBox="1"/>
          <p:nvPr/>
        </p:nvSpPr>
        <p:spPr>
          <a:xfrm>
            <a:off x="8686800" y="2148840"/>
            <a:ext cx="2971800" cy="868680"/>
          </a:xfrm>
          <a:prstGeom prst="rect">
            <a:avLst/>
          </a:prstGeom>
          <a:noFill/>
          <a:ln/>
        </p:spPr>
        <p:txBody>
          <a:bodyPr wrap="square" lIns="0" tIns="0" rIns="0" bIns="0" rtlCol="0" anchor="t"/>
          <a:lstStyle/>
          <a:p>
            <a:pPr indent="0" marL="0">
              <a:buNone/>
            </a:pPr>
            <a:r>
              <a:rPr lang="en-US" sz="1500" dirty="0">
                <a:solidFill>
                  <a:schemeClr val="bg2"/>
                </a:solidFill>
              </a:rPr>
              <a:t>Links stress and reflux in one model — not two separate apps</a:t>
            </a:r>
            <a:endParaRPr lang="en-US" sz="1500" dirty="0"/>
          </a:p>
        </p:txBody>
      </p:sp>
      <p:pic>
        <p:nvPicPr>
          <p:cNvPr id="31" name="icon_181" descr="CircleCheck icon">    </p:cNvPr>
          <p:cNvPicPr>
            <a:picLocks noChangeAspect="1"/>
          </p:cNvPicPr>
          <p:nvPr/>
        </p:nvPicPr>
        <p:blipFill>
          <a:blip r:embed="rId3"/>
          <a:stretch>
            <a:fillRect/>
          </a:stretch>
        </p:blipFill>
        <p:spPr>
          <a:xfrm>
            <a:off x="8229600" y="3200400"/>
            <a:ext cx="329184" cy="329184"/>
          </a:xfrm>
          <a:prstGeom prst="rect">
            <a:avLst/>
          </a:prstGeom>
        </p:spPr>
      </p:pic>
      <p:sp>
        <p:nvSpPr>
          <p:cNvPr id="32" name="text_182"/>
          <p:cNvSpPr txBox="1"/>
          <p:nvPr/>
        </p:nvSpPr>
        <p:spPr>
          <a:xfrm>
            <a:off x="8686800" y="3172968"/>
            <a:ext cx="2971800" cy="868680"/>
          </a:xfrm>
          <a:prstGeom prst="rect">
            <a:avLst/>
          </a:prstGeom>
          <a:noFill/>
          <a:ln/>
        </p:spPr>
        <p:txBody>
          <a:bodyPr wrap="square" lIns="0" tIns="0" rIns="0" bIns="0" rtlCol="0" anchor="t"/>
          <a:lstStyle/>
          <a:p>
            <a:pPr indent="0" marL="0">
              <a:buNone/>
            </a:pPr>
            <a:r>
              <a:rPr lang="en-US" sz="1500" dirty="0">
                <a:solidFill>
                  <a:schemeClr val="bg2"/>
                </a:solidFill>
              </a:rPr>
              <a:t>Prevention-first: alerts before symptoms, not just logs after</a:t>
            </a:r>
            <a:endParaRPr lang="en-US" sz="1500" dirty="0"/>
          </a:p>
        </p:txBody>
      </p:sp>
      <p:pic>
        <p:nvPicPr>
          <p:cNvPr id="33" name="icon_183" descr="CircleCheck icon">    </p:cNvPr>
          <p:cNvPicPr>
            <a:picLocks noChangeAspect="1"/>
          </p:cNvPicPr>
          <p:nvPr/>
        </p:nvPicPr>
        <p:blipFill>
          <a:blip r:embed="rId4"/>
          <a:stretch>
            <a:fillRect/>
          </a:stretch>
        </p:blipFill>
        <p:spPr>
          <a:xfrm>
            <a:off x="8229600" y="4224528"/>
            <a:ext cx="329184" cy="329184"/>
          </a:xfrm>
          <a:prstGeom prst="rect">
            <a:avLst/>
          </a:prstGeom>
        </p:spPr>
      </p:pic>
      <p:sp>
        <p:nvSpPr>
          <p:cNvPr id="34" name="text_184"/>
          <p:cNvSpPr txBox="1"/>
          <p:nvPr/>
        </p:nvSpPr>
        <p:spPr>
          <a:xfrm>
            <a:off x="8686800" y="4197096"/>
            <a:ext cx="2971800" cy="868680"/>
          </a:xfrm>
          <a:prstGeom prst="rect">
            <a:avLst/>
          </a:prstGeom>
          <a:noFill/>
          <a:ln/>
        </p:spPr>
        <p:txBody>
          <a:bodyPr wrap="square" lIns="0" tIns="0" rIns="0" bIns="0" rtlCol="0" anchor="t"/>
          <a:lstStyle/>
          <a:p>
            <a:pPr indent="0" marL="0">
              <a:buNone/>
            </a:pPr>
            <a:r>
              <a:rPr lang="en-US" sz="1500" dirty="0">
                <a:solidFill>
                  <a:schemeClr val="bg2"/>
                </a:solidFill>
              </a:rPr>
              <a:t>Gamified habits that keep people logging</a:t>
            </a:r>
            <a:endParaRPr lang="en-US" sz="1500" dirty="0"/>
          </a:p>
        </p:txBody>
      </p:sp>
      <p:sp>
        <p:nvSpPr>
          <p:cNvPr id="35" name="text_185"/>
          <p:cNvSpPr txBox="1"/>
          <p:nvPr/>
        </p:nvSpPr>
        <p:spPr>
          <a:xfrm>
            <a:off x="8229600" y="5440680"/>
            <a:ext cx="3429000" cy="457200"/>
          </a:xfrm>
          <a:prstGeom prst="rect">
            <a:avLst/>
          </a:prstGeom>
          <a:noFill/>
          <a:ln/>
        </p:spPr>
        <p:txBody>
          <a:bodyPr wrap="square" lIns="0" tIns="0" rIns="0" bIns="0" rtlCol="0" anchor="t"/>
          <a:lstStyle/>
          <a:p>
            <a:pPr indent="0" marL="0">
              <a:buNone/>
            </a:pPr>
            <a:r>
              <a:rPr lang="en-US" sz="1000" dirty="0">
                <a:solidFill>
                  <a:schemeClr val="accent4"/>
                </a:solidFill>
              </a:rPr>
              <a:t>Placement reflects each app’s publicly listed features.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6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600"/>
                                        <p:tgtEl>
                                          <p:spTgt spid="8"/>
                                        </p:tgtEl>
                                      </p:cBhvr>
                                    </p:animEffect>
                                  </p:childTnLst>
                                </p:cTn>
                              </p:par>
                              <p:par>
                                <p:cTn id="11" presetID="10" presetClass="entr" presetSubtype="0" fill="hold" grpId="0" nodeType="withEffect">
                                  <p:stCondLst>
                                    <p:cond delay="3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4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600"/>
                                        <p:tgtEl>
                                          <p:spTgt spid="6"/>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7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83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83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96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par>
                                <p:cTn id="41" presetID="10" presetClass="entr" presetSubtype="0" fill="hold" grpId="0" nodeType="withEffect">
                                  <p:stCondLst>
                                    <p:cond delay="96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par>
                                <p:cTn id="44" presetID="10" presetClass="entr" presetSubtype="0" fill="hold" grpId="0" nodeType="withEffect">
                                  <p:stCondLst>
                                    <p:cond delay="109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grpId="0" nodeType="withEffect">
                                  <p:stCondLst>
                                    <p:cond delay="109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grpId="0" nodeType="withEffect">
                                  <p:stCondLst>
                                    <p:cond delay="122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50"/>
                                        <p:tgtEl>
                                          <p:spTgt spid="21"/>
                                        </p:tgtEl>
                                      </p:cBhvr>
                                    </p:animEffect>
                                  </p:childTnLst>
                                </p:cTn>
                              </p:par>
                              <p:par>
                                <p:cTn id="53" presetID="10" presetClass="entr" presetSubtype="0" fill="hold" grpId="0" nodeType="withEffect">
                                  <p:stCondLst>
                                    <p:cond delay="122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50"/>
                                        <p:tgtEl>
                                          <p:spTgt spid="22"/>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50"/>
                                        <p:tgtEl>
                                          <p:spTgt spid="23"/>
                                        </p:tgtEl>
                                      </p:cBhvr>
                                    </p:animEffect>
                                  </p:childTnLst>
                                </p:cTn>
                              </p:par>
                              <p:par>
                                <p:cTn id="59" presetID="10" presetClass="entr" presetSubtype="0" fill="hold" grpId="0" nodeType="withEffect">
                                  <p:stCondLst>
                                    <p:cond delay="135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50"/>
                                        <p:tgtEl>
                                          <p:spTgt spid="24"/>
                                        </p:tgtEl>
                                      </p:cBhvr>
                                    </p:animEffect>
                                  </p:childTnLst>
                                </p:cTn>
                              </p:par>
                              <p:par>
                                <p:cTn id="62" presetID="53" presetClass="entr" presetSubtype="16" fill="hold" grpId="0" nodeType="withEffect">
                                  <p:stCondLst>
                                    <p:cond delay="1600"/>
                                  </p:stCondLst>
                                  <p:childTnLst>
                                    <p:set>
                                      <p:cBhvr>
                                        <p:cTn id="63" dur="1" fill="hold">
                                          <p:stCondLst>
                                            <p:cond delay="0"/>
                                          </p:stCondLst>
                                        </p:cTn>
                                        <p:tgtEl>
                                          <p:spTgt spid="25"/>
                                        </p:tgtEl>
                                        <p:attrNameLst>
                                          <p:attrName>style.visibility</p:attrName>
                                        </p:attrNameLst>
                                      </p:cBhvr>
                                      <p:to>
                                        <p:strVal val="visible"/>
                                      </p:to>
                                    </p:set>
                                    <p:anim calcmode="lin" valueType="num">
                                      <p:cBhvr additive="base">
                                        <p:cTn id="64" dur="600" fill="hold" decel="100000"/>
                                        <p:tgtEl>
                                          <p:spTgt spid="25"/>
                                        </p:tgtEl>
                                        <p:attrNameLst>
                                          <p:attrName>ppt_w</p:attrName>
                                        </p:attrNameLst>
                                      </p:cBhvr>
                                      <p:tavLst>
                                        <p:tav tm="0">
                                          <p:val>
                                            <p:strVal val="0"/>
                                          </p:val>
                                        </p:tav>
                                        <p:tav tm="100000">
                                          <p:val>
                                            <p:strVal val="#ppt_w"/>
                                          </p:val>
                                        </p:tav>
                                      </p:tavLst>
                                    </p:anim>
                                    <p:anim calcmode="lin" valueType="num">
                                      <p:cBhvr additive="base">
                                        <p:cTn id="65" dur="600" fill="hold" decel="100000"/>
                                        <p:tgtEl>
                                          <p:spTgt spid="25"/>
                                        </p:tgtEl>
                                        <p:attrNameLst>
                                          <p:attrName>ppt_h</p:attrName>
                                        </p:attrNameLst>
                                      </p:cBhvr>
                                      <p:tavLst>
                                        <p:tav tm="0">
                                          <p:val>
                                            <p:strVal val="0"/>
                                          </p:val>
                                        </p:tav>
                                        <p:tav tm="100000">
                                          <p:val>
                                            <p:strVal val="#ppt_h"/>
                                          </p:val>
                                        </p:tav>
                                      </p:tavLst>
                                    </p:anim>
                                    <p:animEffect transition="in" filter="fade">
                                      <p:cBhvr>
                                        <p:cTn id="66" dur="600"/>
                                        <p:tgtEl>
                                          <p:spTgt spid="25"/>
                                        </p:tgtEl>
                                      </p:cBhvr>
                                    </p:animEffect>
                                  </p:childTnLst>
                                </p:cTn>
                              </p:par>
                              <p:par>
                                <p:cTn id="67" presetID="53" presetClass="entr" presetSubtype="16" fill="hold" grpId="0" nodeType="withEffect">
                                  <p:stCondLst>
                                    <p:cond delay="1600"/>
                                  </p:stCondLst>
                                  <p:childTnLst>
                                    <p:set>
                                      <p:cBhvr>
                                        <p:cTn id="68" dur="1" fill="hold">
                                          <p:stCondLst>
                                            <p:cond delay="0"/>
                                          </p:stCondLst>
                                        </p:cTn>
                                        <p:tgtEl>
                                          <p:spTgt spid="26"/>
                                        </p:tgtEl>
                                        <p:attrNameLst>
                                          <p:attrName>style.visibility</p:attrName>
                                        </p:attrNameLst>
                                      </p:cBhvr>
                                      <p:to>
                                        <p:strVal val="visible"/>
                                      </p:to>
                                    </p:set>
                                    <p:anim calcmode="lin" valueType="num">
                                      <p:cBhvr additive="base">
                                        <p:cTn id="69" dur="600" fill="hold" decel="100000"/>
                                        <p:tgtEl>
                                          <p:spTgt spid="26"/>
                                        </p:tgtEl>
                                        <p:attrNameLst>
                                          <p:attrName>ppt_w</p:attrName>
                                        </p:attrNameLst>
                                      </p:cBhvr>
                                      <p:tavLst>
                                        <p:tav tm="0">
                                          <p:val>
                                            <p:strVal val="0"/>
                                          </p:val>
                                        </p:tav>
                                        <p:tav tm="100000">
                                          <p:val>
                                            <p:strVal val="#ppt_w"/>
                                          </p:val>
                                        </p:tav>
                                      </p:tavLst>
                                    </p:anim>
                                    <p:anim calcmode="lin" valueType="num">
                                      <p:cBhvr additive="base">
                                        <p:cTn id="70" dur="600" fill="hold" decel="100000"/>
                                        <p:tgtEl>
                                          <p:spTgt spid="26"/>
                                        </p:tgtEl>
                                        <p:attrNameLst>
                                          <p:attrName>ppt_h</p:attrName>
                                        </p:attrNameLst>
                                      </p:cBhvr>
                                      <p:tavLst>
                                        <p:tav tm="0">
                                          <p:val>
                                            <p:strVal val="0"/>
                                          </p:val>
                                        </p:tav>
                                        <p:tav tm="100000">
                                          <p:val>
                                            <p:strVal val="#ppt_h"/>
                                          </p:val>
                                        </p:tav>
                                      </p:tavLst>
                                    </p:anim>
                                    <p:animEffect transition="in" filter="fade">
                                      <p:cBhvr>
                                        <p:cTn id="71" dur="600"/>
                                        <p:tgtEl>
                                          <p:spTgt spid="26"/>
                                        </p:tgtEl>
                                      </p:cBhvr>
                                    </p:animEffect>
                                  </p:childTnLst>
                                </p:cTn>
                              </p:par>
                              <p:par>
                                <p:cTn id="72" presetID="53" presetClass="entr" presetSubtype="16" fill="hold" grpId="0" nodeType="withEffect">
                                  <p:stCondLst>
                                    <p:cond delay="1600"/>
                                  </p:stCondLst>
                                  <p:childTnLst>
                                    <p:set>
                                      <p:cBhvr>
                                        <p:cTn id="73" dur="1" fill="hold">
                                          <p:stCondLst>
                                            <p:cond delay="0"/>
                                          </p:stCondLst>
                                        </p:cTn>
                                        <p:tgtEl>
                                          <p:spTgt spid="27"/>
                                        </p:tgtEl>
                                        <p:attrNameLst>
                                          <p:attrName>style.visibility</p:attrName>
                                        </p:attrNameLst>
                                      </p:cBhvr>
                                      <p:to>
                                        <p:strVal val="visible"/>
                                      </p:to>
                                    </p:set>
                                    <p:anim calcmode="lin" valueType="num">
                                      <p:cBhvr additive="base">
                                        <p:cTn id="74" dur="600" fill="hold" decel="100000"/>
                                        <p:tgtEl>
                                          <p:spTgt spid="27"/>
                                        </p:tgtEl>
                                        <p:attrNameLst>
                                          <p:attrName>ppt_w</p:attrName>
                                        </p:attrNameLst>
                                      </p:cBhvr>
                                      <p:tavLst>
                                        <p:tav tm="0">
                                          <p:val>
                                            <p:strVal val="0"/>
                                          </p:val>
                                        </p:tav>
                                        <p:tav tm="100000">
                                          <p:val>
                                            <p:strVal val="#ppt_w"/>
                                          </p:val>
                                        </p:tav>
                                      </p:tavLst>
                                    </p:anim>
                                    <p:anim calcmode="lin" valueType="num">
                                      <p:cBhvr additive="base">
                                        <p:cTn id="75" dur="600" fill="hold" decel="100000"/>
                                        <p:tgtEl>
                                          <p:spTgt spid="27"/>
                                        </p:tgtEl>
                                        <p:attrNameLst>
                                          <p:attrName>ppt_h</p:attrName>
                                        </p:attrNameLst>
                                      </p:cBhvr>
                                      <p:tavLst>
                                        <p:tav tm="0">
                                          <p:val>
                                            <p:strVal val="0"/>
                                          </p:val>
                                        </p:tav>
                                        <p:tav tm="100000">
                                          <p:val>
                                            <p:strVal val="#ppt_h"/>
                                          </p:val>
                                        </p:tav>
                                      </p:tavLst>
                                    </p:anim>
                                    <p:animEffect transition="in" filter="fade">
                                      <p:cBhvr>
                                        <p:cTn id="76" dur="600"/>
                                        <p:tgtEl>
                                          <p:spTgt spid="27"/>
                                        </p:tgtEl>
                                      </p:cBhvr>
                                    </p:animEffect>
                                  </p:childTnLst>
                                </p:cTn>
                              </p:par>
                              <p:par>
                                <p:cTn id="77" presetID="42" presetClass="entr" presetSubtype="0" fill="hold" grpId="0" nodeType="withEffect">
                                  <p:stCondLst>
                                    <p:cond delay="19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anim calcmode="lin" valueType="num">
                                      <p:cBhvr additive="base">
                                        <p:cTn id="80" dur="500" fill="hold" decel="100000"/>
                                        <p:tgtEl>
                                          <p:spTgt spid="28"/>
                                        </p:tgtEl>
                                        <p:attrNameLst>
                                          <p:attrName>ppt_x</p:attrName>
                                        </p:attrNameLst>
                                      </p:cBhvr>
                                      <p:tavLst>
                                        <p:tav tm="0">
                                          <p:val>
                                            <p:strVal val="#ppt_x"/>
                                          </p:val>
                                        </p:tav>
                                        <p:tav tm="100000">
                                          <p:val>
                                            <p:strVal val="#ppt_x"/>
                                          </p:val>
                                        </p:tav>
                                      </p:tavLst>
                                    </p:anim>
                                    <p:anim calcmode="lin" valueType="num">
                                      <p:cBhvr additive="base">
                                        <p:cTn id="81" dur="500" fill="hold" decel="100000"/>
                                        <p:tgtEl>
                                          <p:spTgt spid="28"/>
                                        </p:tgtEl>
                                        <p:attrNameLst>
                                          <p:attrName>ppt_y</p:attrName>
                                        </p:attrNameLst>
                                      </p:cBhvr>
                                      <p:tavLst>
                                        <p:tav tm="0">
                                          <p:val>
                                            <p:strVal val="#ppt_y+0.05"/>
                                          </p:val>
                                        </p:tav>
                                        <p:tav tm="100000">
                                          <p:val>
                                            <p:strVal val="#ppt_y"/>
                                          </p:val>
                                        </p:tav>
                                      </p:tavLst>
                                    </p:anim>
                                  </p:childTnLst>
                                </p:cTn>
                              </p:par>
                              <p:par>
                                <p:cTn id="82" presetID="42" presetClass="entr" presetSubtype="0" fill="hold" grpId="0" nodeType="withEffect">
                                  <p:stCondLst>
                                    <p:cond delay="200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450"/>
                                        <p:tgtEl>
                                          <p:spTgt spid="29"/>
                                        </p:tgtEl>
                                      </p:cBhvr>
                                    </p:animEffect>
                                    <p:anim calcmode="lin" valueType="num">
                                      <p:cBhvr additive="base">
                                        <p:cTn id="85" dur="450" fill="hold" decel="100000"/>
                                        <p:tgtEl>
                                          <p:spTgt spid="29"/>
                                        </p:tgtEl>
                                        <p:attrNameLst>
                                          <p:attrName>ppt_x</p:attrName>
                                        </p:attrNameLst>
                                      </p:cBhvr>
                                      <p:tavLst>
                                        <p:tav tm="0">
                                          <p:val>
                                            <p:strVal val="#ppt_x"/>
                                          </p:val>
                                        </p:tav>
                                        <p:tav tm="100000">
                                          <p:val>
                                            <p:strVal val="#ppt_x"/>
                                          </p:val>
                                        </p:tav>
                                      </p:tavLst>
                                    </p:anim>
                                    <p:anim calcmode="lin" valueType="num">
                                      <p:cBhvr additive="base">
                                        <p:cTn id="86" dur="450" fill="hold" decel="100000"/>
                                        <p:tgtEl>
                                          <p:spTgt spid="29"/>
                                        </p:tgtEl>
                                        <p:attrNameLst>
                                          <p:attrName>ppt_y</p:attrName>
                                        </p:attrNameLst>
                                      </p:cBhvr>
                                      <p:tavLst>
                                        <p:tav tm="0">
                                          <p:val>
                                            <p:strVal val="#ppt_y+0.05"/>
                                          </p:val>
                                        </p:tav>
                                        <p:tav tm="100000">
                                          <p:val>
                                            <p:strVal val="#ppt_y"/>
                                          </p:val>
                                        </p:tav>
                                      </p:tavLst>
                                    </p:anim>
                                  </p:childTnLst>
                                </p:cTn>
                              </p:par>
                              <p:par>
                                <p:cTn id="87" presetID="42" presetClass="entr" presetSubtype="0" fill="hold" grpId="0" nodeType="withEffect">
                                  <p:stCondLst>
                                    <p:cond delay="200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450"/>
                                        <p:tgtEl>
                                          <p:spTgt spid="30"/>
                                        </p:tgtEl>
                                      </p:cBhvr>
                                    </p:animEffect>
                                    <p:anim calcmode="lin" valueType="num">
                                      <p:cBhvr additive="base">
                                        <p:cTn id="90" dur="450" fill="hold" decel="100000"/>
                                        <p:tgtEl>
                                          <p:spTgt spid="30"/>
                                        </p:tgtEl>
                                        <p:attrNameLst>
                                          <p:attrName>ppt_x</p:attrName>
                                        </p:attrNameLst>
                                      </p:cBhvr>
                                      <p:tavLst>
                                        <p:tav tm="0">
                                          <p:val>
                                            <p:strVal val="#ppt_x"/>
                                          </p:val>
                                        </p:tav>
                                        <p:tav tm="100000">
                                          <p:val>
                                            <p:strVal val="#ppt_x"/>
                                          </p:val>
                                        </p:tav>
                                      </p:tavLst>
                                    </p:anim>
                                    <p:anim calcmode="lin" valueType="num">
                                      <p:cBhvr additive="base">
                                        <p:cTn id="91" dur="450" fill="hold" decel="100000"/>
                                        <p:tgtEl>
                                          <p:spTgt spid="30"/>
                                        </p:tgtEl>
                                        <p:attrNameLst>
                                          <p:attrName>ppt_y</p:attrName>
                                        </p:attrNameLst>
                                      </p:cBhvr>
                                      <p:tavLst>
                                        <p:tav tm="0">
                                          <p:val>
                                            <p:strVal val="#ppt_y+0.05"/>
                                          </p:val>
                                        </p:tav>
                                        <p:tav tm="100000">
                                          <p:val>
                                            <p:strVal val="#ppt_y"/>
                                          </p:val>
                                        </p:tav>
                                      </p:tavLst>
                                    </p:anim>
                                  </p:childTnLst>
                                </p:cTn>
                              </p:par>
                              <p:par>
                                <p:cTn id="92" presetID="42" presetClass="entr" presetSubtype="0" fill="hold" grpId="0" nodeType="withEffect">
                                  <p:stCondLst>
                                    <p:cond delay="222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anim calcmode="lin" valueType="num">
                                      <p:cBhvr additive="base">
                                        <p:cTn id="95" dur="450" fill="hold" decel="100000"/>
                                        <p:tgtEl>
                                          <p:spTgt spid="31"/>
                                        </p:tgtEl>
                                        <p:attrNameLst>
                                          <p:attrName>ppt_x</p:attrName>
                                        </p:attrNameLst>
                                      </p:cBhvr>
                                      <p:tavLst>
                                        <p:tav tm="0">
                                          <p:val>
                                            <p:strVal val="#ppt_x"/>
                                          </p:val>
                                        </p:tav>
                                        <p:tav tm="100000">
                                          <p:val>
                                            <p:strVal val="#ppt_x"/>
                                          </p:val>
                                        </p:tav>
                                      </p:tavLst>
                                    </p:anim>
                                    <p:anim calcmode="lin" valueType="num">
                                      <p:cBhvr additive="base">
                                        <p:cTn id="96" dur="450" fill="hold" decel="100000"/>
                                        <p:tgtEl>
                                          <p:spTgt spid="31"/>
                                        </p:tgtEl>
                                        <p:attrNameLst>
                                          <p:attrName>ppt_y</p:attrName>
                                        </p:attrNameLst>
                                      </p:cBhvr>
                                      <p:tavLst>
                                        <p:tav tm="0">
                                          <p:val>
                                            <p:strVal val="#ppt_y+0.05"/>
                                          </p:val>
                                        </p:tav>
                                        <p:tav tm="100000">
                                          <p:val>
                                            <p:strVal val="#ppt_y"/>
                                          </p:val>
                                        </p:tav>
                                      </p:tavLst>
                                    </p:anim>
                                  </p:childTnLst>
                                </p:cTn>
                              </p:par>
                              <p:par>
                                <p:cTn id="97" presetID="42" presetClass="entr" presetSubtype="0" fill="hold" grpId="0" nodeType="withEffect">
                                  <p:stCondLst>
                                    <p:cond delay="222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450"/>
                                        <p:tgtEl>
                                          <p:spTgt spid="32"/>
                                        </p:tgtEl>
                                      </p:cBhvr>
                                    </p:animEffect>
                                    <p:anim calcmode="lin" valueType="num">
                                      <p:cBhvr additive="base">
                                        <p:cTn id="100" dur="450" fill="hold" decel="100000"/>
                                        <p:tgtEl>
                                          <p:spTgt spid="32"/>
                                        </p:tgtEl>
                                        <p:attrNameLst>
                                          <p:attrName>ppt_x</p:attrName>
                                        </p:attrNameLst>
                                      </p:cBhvr>
                                      <p:tavLst>
                                        <p:tav tm="0">
                                          <p:val>
                                            <p:strVal val="#ppt_x"/>
                                          </p:val>
                                        </p:tav>
                                        <p:tav tm="100000">
                                          <p:val>
                                            <p:strVal val="#ppt_x"/>
                                          </p:val>
                                        </p:tav>
                                      </p:tavLst>
                                    </p:anim>
                                    <p:anim calcmode="lin" valueType="num">
                                      <p:cBhvr additive="base">
                                        <p:cTn id="101" dur="450" fill="hold" decel="100000"/>
                                        <p:tgtEl>
                                          <p:spTgt spid="32"/>
                                        </p:tgtEl>
                                        <p:attrNameLst>
                                          <p:attrName>ppt_y</p:attrName>
                                        </p:attrNameLst>
                                      </p:cBhvr>
                                      <p:tavLst>
                                        <p:tav tm="0">
                                          <p:val>
                                            <p:strVal val="#ppt_y+0.05"/>
                                          </p:val>
                                        </p:tav>
                                        <p:tav tm="100000">
                                          <p:val>
                                            <p:strVal val="#ppt_y"/>
                                          </p:val>
                                        </p:tav>
                                      </p:tavLst>
                                    </p:anim>
                                  </p:childTnLst>
                                </p:cTn>
                              </p:par>
                              <p:par>
                                <p:cTn id="102" presetID="42" presetClass="entr" presetSubtype="0" fill="hold" grpId="0" nodeType="withEffect">
                                  <p:stCondLst>
                                    <p:cond delay="244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450"/>
                                        <p:tgtEl>
                                          <p:spTgt spid="33"/>
                                        </p:tgtEl>
                                      </p:cBhvr>
                                    </p:animEffect>
                                    <p:anim calcmode="lin" valueType="num">
                                      <p:cBhvr additive="base">
                                        <p:cTn id="105" dur="450" fill="hold" decel="100000"/>
                                        <p:tgtEl>
                                          <p:spTgt spid="33"/>
                                        </p:tgtEl>
                                        <p:attrNameLst>
                                          <p:attrName>ppt_x</p:attrName>
                                        </p:attrNameLst>
                                      </p:cBhvr>
                                      <p:tavLst>
                                        <p:tav tm="0">
                                          <p:val>
                                            <p:strVal val="#ppt_x"/>
                                          </p:val>
                                        </p:tav>
                                        <p:tav tm="100000">
                                          <p:val>
                                            <p:strVal val="#ppt_x"/>
                                          </p:val>
                                        </p:tav>
                                      </p:tavLst>
                                    </p:anim>
                                    <p:anim calcmode="lin" valueType="num">
                                      <p:cBhvr additive="base">
                                        <p:cTn id="106" dur="450" fill="hold" decel="100000"/>
                                        <p:tgtEl>
                                          <p:spTgt spid="33"/>
                                        </p:tgtEl>
                                        <p:attrNameLst>
                                          <p:attrName>ppt_y</p:attrName>
                                        </p:attrNameLst>
                                      </p:cBhvr>
                                      <p:tavLst>
                                        <p:tav tm="0">
                                          <p:val>
                                            <p:strVal val="#ppt_y+0.05"/>
                                          </p:val>
                                        </p:tav>
                                        <p:tav tm="100000">
                                          <p:val>
                                            <p:strVal val="#ppt_y"/>
                                          </p:val>
                                        </p:tav>
                                      </p:tavLst>
                                    </p:anim>
                                  </p:childTnLst>
                                </p:cTn>
                              </p:par>
                              <p:par>
                                <p:cTn id="107" presetID="42" presetClass="entr" presetSubtype="0" fill="hold" grpId="0" nodeType="withEffect">
                                  <p:stCondLst>
                                    <p:cond delay="244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450"/>
                                        <p:tgtEl>
                                          <p:spTgt spid="34"/>
                                        </p:tgtEl>
                                      </p:cBhvr>
                                    </p:animEffect>
                                    <p:anim calcmode="lin" valueType="num">
                                      <p:cBhvr additive="base">
                                        <p:cTn id="110" dur="450" fill="hold" decel="100000"/>
                                        <p:tgtEl>
                                          <p:spTgt spid="34"/>
                                        </p:tgtEl>
                                        <p:attrNameLst>
                                          <p:attrName>ppt_x</p:attrName>
                                        </p:attrNameLst>
                                      </p:cBhvr>
                                      <p:tavLst>
                                        <p:tav tm="0">
                                          <p:val>
                                            <p:strVal val="#ppt_x"/>
                                          </p:val>
                                        </p:tav>
                                        <p:tav tm="100000">
                                          <p:val>
                                            <p:strVal val="#ppt_x"/>
                                          </p:val>
                                        </p:tav>
                                      </p:tavLst>
                                    </p:anim>
                                    <p:anim calcmode="lin" valueType="num">
                                      <p:cBhvr additive="base">
                                        <p:cTn id="111" dur="450" fill="hold" decel="100000"/>
                                        <p:tgtEl>
                                          <p:spTgt spid="34"/>
                                        </p:tgtEl>
                                        <p:attrNameLst>
                                          <p:attrName>ppt_y</p:attrName>
                                        </p:attrNameLst>
                                      </p:cBhvr>
                                      <p:tavLst>
                                        <p:tav tm="0">
                                          <p:val>
                                            <p:strVal val="#ppt_y+0.05"/>
                                          </p:val>
                                        </p:tav>
                                        <p:tav tm="100000">
                                          <p:val>
                                            <p:strVal val="#ppt_y"/>
                                          </p:val>
                                        </p:tav>
                                      </p:tavLst>
                                    </p:anim>
                                  </p:childTnLst>
                                </p:cTn>
                              </p:par>
                              <p:par>
                                <p:cTn id="112" presetID="10" presetClass="entr" presetSubtype="0" fill="hold" grpId="0" nodeType="withEffect">
                                  <p:stCondLst>
                                    <p:cond delay="270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6"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animBg="1"/>
      <p:bldP spid="28" grpId="0" animBg="1"/>
      <p:bldP spid="30" grpId="0" animBg="1"/>
      <p:bldP spid="32" grpId="0" animBg="1"/>
      <p:bldP spid="34"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rbA"/>
          <p:cNvSpPr/>
          <p:nvPr/>
        </p:nvSpPr>
        <p:spPr>
          <a:xfrm>
            <a:off x="9875520" y="-2377440"/>
            <a:ext cx="3931920" cy="3931920"/>
          </a:xfrm>
          <a:prstGeom prst="ellipse">
            <a:avLst/>
          </a:prstGeom>
          <a:solidFill>
            <a:schemeClr val="bg2"/>
          </a:solidFill>
          <a:ln/>
        </p:spPr>
      </p:sp>
      <p:sp>
        <p:nvSpPr>
          <p:cNvPr id="3" name="!!orbB"/>
          <p:cNvSpPr/>
          <p:nvPr/>
        </p:nvSpPr>
        <p:spPr>
          <a:xfrm>
            <a:off x="11658600" y="2926080"/>
            <a:ext cx="1188720" cy="1188720"/>
          </a:xfrm>
          <a:prstGeom prst="ellipse">
            <a:avLst/>
          </a:prstGeom>
          <a:solidFill>
            <a:schemeClr val="accent2">
              <a:alpha val="15000"/>
            </a:schemeClr>
          </a:solidFill>
          <a:ln/>
        </p:spPr>
      </p:sp>
      <p:sp>
        <p:nvSpPr>
          <p:cNvPr id="4" name="!!orbC"/>
          <p:cNvSpPr/>
          <p:nvPr/>
        </p:nvSpPr>
        <p:spPr>
          <a:xfrm>
            <a:off x="5486400" y="6035040"/>
            <a:ext cx="731520" cy="731520"/>
          </a:xfrm>
          <a:prstGeom prst="ellipse">
            <a:avLst/>
          </a:prstGeom>
          <a:solidFill>
            <a:schemeClr val="accent1">
              <a:alpha val="2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A big, underserved market</a:t>
            </a:r>
            <a:endParaRPr lang="en-US" sz="3600" dirty="0"/>
          </a:p>
        </p:txBody>
      </p:sp>
      <p:sp>
        <p:nvSpPr>
          <p:cNvPr id="6" name="shape_186"/>
          <p:cNvSpPr/>
          <p:nvPr/>
        </p:nvSpPr>
        <p:spPr>
          <a:xfrm>
            <a:off x="685800" y="1554480"/>
            <a:ext cx="4343400" cy="4343400"/>
          </a:xfrm>
          <a:prstGeom prst="ellipse">
            <a:avLst/>
          </a:prstGeom>
          <a:solidFill>
            <a:schemeClr val="bg2"/>
          </a:solidFill>
          <a:ln/>
        </p:spPr>
      </p:sp>
      <p:sp>
        <p:nvSpPr>
          <p:cNvPr id="7" name="text_187"/>
          <p:cNvSpPr txBox="1"/>
          <p:nvPr/>
        </p:nvSpPr>
        <p:spPr>
          <a:xfrm>
            <a:off x="685800" y="1737360"/>
            <a:ext cx="4343400" cy="502920"/>
          </a:xfrm>
          <a:prstGeom prst="rect">
            <a:avLst/>
          </a:prstGeom>
          <a:noFill/>
          <a:ln/>
        </p:spPr>
        <p:txBody>
          <a:bodyPr wrap="square" lIns="0" tIns="0" rIns="0" bIns="0" rtlCol="0" anchor="ctr"/>
          <a:lstStyle/>
          <a:p>
            <a:pPr algn="ctr" indent="0" marL="0">
              <a:buNone/>
            </a:pPr>
            <a:r>
              <a:rPr lang="en-US" sz="2800" b="1" dirty="0">
                <a:solidFill>
                  <a:schemeClr val="tx1"/>
                </a:solidFill>
                <a:latin typeface="Arial" pitchFamily="34" charset="0"/>
                <a:ea typeface="Arial" pitchFamily="34" charset="-122"/>
                <a:cs typeface="Arial" pitchFamily="34" charset="-120"/>
              </a:rPr>
              <a:t>1.03B</a:t>
            </a:r>
            <a:endParaRPr lang="en-US" sz="2800" dirty="0"/>
          </a:p>
        </p:txBody>
      </p:sp>
      <p:sp>
        <p:nvSpPr>
          <p:cNvPr id="8" name="text_188"/>
          <p:cNvSpPr txBox="1"/>
          <p:nvPr/>
        </p:nvSpPr>
        <p:spPr>
          <a:xfrm>
            <a:off x="685800" y="2212848"/>
            <a:ext cx="4343400" cy="274320"/>
          </a:xfrm>
          <a:prstGeom prst="rect">
            <a:avLst/>
          </a:prstGeom>
          <a:noFill/>
          <a:ln/>
        </p:spPr>
        <p:txBody>
          <a:bodyPr wrap="square" lIns="0" tIns="0" rIns="0" bIns="0" rtlCol="0" anchor="ctr"/>
          <a:lstStyle/>
          <a:p>
            <a:pPr algn="ctr" indent="0" marL="0">
              <a:buNone/>
            </a:pPr>
            <a:r>
              <a:rPr lang="en-US" sz="1200" dirty="0">
                <a:solidFill>
                  <a:schemeClr val="tx1"/>
                </a:solidFill>
              </a:rPr>
              <a:t>people with GERD worldwide</a:t>
            </a:r>
            <a:endParaRPr lang="en-US" sz="1200" dirty="0"/>
          </a:p>
        </p:txBody>
      </p:sp>
      <p:sp>
        <p:nvSpPr>
          <p:cNvPr id="9" name="shape_189"/>
          <p:cNvSpPr/>
          <p:nvPr/>
        </p:nvSpPr>
        <p:spPr>
          <a:xfrm>
            <a:off x="1371600" y="2926080"/>
            <a:ext cx="2971800" cy="2971800"/>
          </a:xfrm>
          <a:prstGeom prst="ellipse">
            <a:avLst/>
          </a:prstGeom>
          <a:solidFill>
            <a:schemeClr val="accent1">
              <a:alpha val="45000"/>
            </a:schemeClr>
          </a:solidFill>
          <a:ln/>
        </p:spPr>
      </p:sp>
      <p:sp>
        <p:nvSpPr>
          <p:cNvPr id="10" name="text_190"/>
          <p:cNvSpPr txBox="1"/>
          <p:nvPr/>
        </p:nvSpPr>
        <p:spPr>
          <a:xfrm>
            <a:off x="1371600" y="3108960"/>
            <a:ext cx="2971800" cy="457200"/>
          </a:xfrm>
          <a:prstGeom prst="rect">
            <a:avLst/>
          </a:prstGeom>
          <a:noFill/>
          <a:ln/>
        </p:spPr>
        <p:txBody>
          <a:bodyPr wrap="square" lIns="0" tIns="0" rIns="0" bIns="0" rtlCol="0" anchor="ctr"/>
          <a:lstStyle/>
          <a:p>
            <a:pPr algn="ctr" indent="0" marL="0">
              <a:buNone/>
            </a:pPr>
            <a:r>
              <a:rPr lang="en-US" sz="2600" b="1" dirty="0">
                <a:solidFill>
                  <a:schemeClr val="tx1"/>
                </a:solidFill>
                <a:latin typeface="Arial" pitchFamily="34" charset="0"/>
                <a:ea typeface="Arial" pitchFamily="34" charset="-122"/>
                <a:cs typeface="Arial" pitchFamily="34" charset="-120"/>
              </a:rPr>
              <a:t>~15.8M</a:t>
            </a:r>
            <a:endParaRPr lang="en-US" sz="2600" dirty="0"/>
          </a:p>
        </p:txBody>
      </p:sp>
      <p:sp>
        <p:nvSpPr>
          <p:cNvPr id="11" name="text_191"/>
          <p:cNvSpPr txBox="1"/>
          <p:nvPr/>
        </p:nvSpPr>
        <p:spPr>
          <a:xfrm>
            <a:off x="1371600" y="3547872"/>
            <a:ext cx="2971800" cy="274320"/>
          </a:xfrm>
          <a:prstGeom prst="rect">
            <a:avLst/>
          </a:prstGeom>
          <a:noFill/>
          <a:ln/>
        </p:spPr>
        <p:txBody>
          <a:bodyPr wrap="square" lIns="0" tIns="0" rIns="0" bIns="0" rtlCol="0" anchor="ctr"/>
          <a:lstStyle/>
          <a:p>
            <a:pPr algn="ctr" indent="0" marL="0">
              <a:buNone/>
            </a:pPr>
            <a:r>
              <a:rPr lang="en-US" sz="1200" dirty="0">
                <a:solidFill>
                  <a:schemeClr val="tx1"/>
                </a:solidFill>
              </a:rPr>
              <a:t>Filipinos (estimate)</a:t>
            </a:r>
            <a:endParaRPr lang="en-US" sz="1200" dirty="0"/>
          </a:p>
        </p:txBody>
      </p:sp>
      <p:sp>
        <p:nvSpPr>
          <p:cNvPr id="12" name="shape_192"/>
          <p:cNvSpPr/>
          <p:nvPr/>
        </p:nvSpPr>
        <p:spPr>
          <a:xfrm>
            <a:off x="2057400" y="4297680"/>
            <a:ext cx="1600200" cy="1600200"/>
          </a:xfrm>
          <a:prstGeom prst="ellipse">
            <a:avLst/>
          </a:prstGeom>
          <a:solidFill>
            <a:schemeClr val="tx1"/>
          </a:solidFill>
          <a:ln/>
        </p:spPr>
      </p:sp>
      <p:sp>
        <p:nvSpPr>
          <p:cNvPr id="13" name="text_193"/>
          <p:cNvSpPr txBox="1"/>
          <p:nvPr/>
        </p:nvSpPr>
        <p:spPr>
          <a:xfrm>
            <a:off x="2057400" y="4754880"/>
            <a:ext cx="1600200" cy="347472"/>
          </a:xfrm>
          <a:prstGeom prst="rect">
            <a:avLst/>
          </a:prstGeom>
          <a:noFill/>
          <a:ln/>
        </p:spPr>
        <p:txBody>
          <a:bodyPr wrap="square" lIns="0" tIns="0" rIns="0" bIns="0" rtlCol="0" anchor="ctr"/>
          <a:lstStyle/>
          <a:p>
            <a:pPr algn="ctr" indent="0" marL="0">
              <a:buNone/>
            </a:pPr>
            <a:r>
              <a:rPr lang="en-US" sz="1700" b="1" dirty="0">
                <a:solidFill>
                  <a:schemeClr val="bg1"/>
                </a:solidFill>
                <a:latin typeface="Arial" pitchFamily="34" charset="0"/>
                <a:ea typeface="Arial" pitchFamily="34" charset="-122"/>
                <a:cs typeface="Arial" pitchFamily="34" charset="-120"/>
              </a:rPr>
              <a:t>Bohol</a:t>
            </a:r>
            <a:endParaRPr lang="en-US" sz="1700" dirty="0"/>
          </a:p>
        </p:txBody>
      </p:sp>
      <p:sp>
        <p:nvSpPr>
          <p:cNvPr id="14" name="text_194"/>
          <p:cNvSpPr txBox="1"/>
          <p:nvPr/>
        </p:nvSpPr>
        <p:spPr>
          <a:xfrm>
            <a:off x="2057400" y="5102352"/>
            <a:ext cx="1600200" cy="274320"/>
          </a:xfrm>
          <a:prstGeom prst="rect">
            <a:avLst/>
          </a:prstGeom>
          <a:noFill/>
          <a:ln/>
        </p:spPr>
        <p:txBody>
          <a:bodyPr wrap="square" lIns="0" tIns="0" rIns="0" bIns="0" rtlCol="0" anchor="ctr"/>
          <a:lstStyle/>
          <a:p>
            <a:pPr algn="ctr" indent="0" marL="0">
              <a:buNone/>
            </a:pPr>
            <a:r>
              <a:rPr lang="en-US" sz="1200" dirty="0">
                <a:solidFill>
                  <a:schemeClr val="accent6"/>
                </a:solidFill>
              </a:rPr>
              <a:t>pilot</a:t>
            </a:r>
            <a:endParaRPr lang="en-US" sz="1200" dirty="0"/>
          </a:p>
        </p:txBody>
      </p:sp>
      <p:sp>
        <p:nvSpPr>
          <p:cNvPr id="15" name="shape_195"/>
          <p:cNvSpPr/>
          <p:nvPr/>
        </p:nvSpPr>
        <p:spPr>
          <a:xfrm>
            <a:off x="5806440" y="1691640"/>
            <a:ext cx="676656" cy="676656"/>
          </a:xfrm>
          <a:prstGeom prst="ellipse">
            <a:avLst/>
          </a:prstGeom>
          <a:solidFill>
            <a:schemeClr val="bg2"/>
          </a:solidFill>
          <a:ln/>
        </p:spPr>
      </p:sp>
      <p:pic>
        <p:nvPicPr>
          <p:cNvPr id="16" name="icon_196" descr="Users icon">    </p:cNvPr>
          <p:cNvPicPr>
            <a:picLocks noChangeAspect="1"/>
          </p:cNvPicPr>
          <p:nvPr/>
        </p:nvPicPr>
        <p:blipFill>
          <a:blip r:embed="rId1"/>
          <a:stretch>
            <a:fillRect/>
          </a:stretch>
        </p:blipFill>
        <p:spPr>
          <a:xfrm>
            <a:off x="5968837" y="1854037"/>
            <a:ext cx="351861" cy="351861"/>
          </a:xfrm>
          <a:prstGeom prst="rect">
            <a:avLst/>
          </a:prstGeom>
        </p:spPr>
      </p:pic>
      <p:sp>
        <p:nvSpPr>
          <p:cNvPr id="17" name="text_197"/>
          <p:cNvSpPr txBox="1"/>
          <p:nvPr/>
        </p:nvSpPr>
        <p:spPr>
          <a:xfrm>
            <a:off x="6675120" y="1673352"/>
            <a:ext cx="4937760" cy="36576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Who</a:t>
            </a:r>
            <a:endParaRPr lang="en-US" sz="1900" dirty="0"/>
          </a:p>
        </p:txBody>
      </p:sp>
      <p:sp>
        <p:nvSpPr>
          <p:cNvPr id="18" name="text_198"/>
          <p:cNvSpPr txBox="1"/>
          <p:nvPr/>
        </p:nvSpPr>
        <p:spPr>
          <a:xfrm>
            <a:off x="6675120" y="2039112"/>
            <a:ext cx="4937760" cy="685800"/>
          </a:xfrm>
          <a:prstGeom prst="rect">
            <a:avLst/>
          </a:prstGeom>
          <a:noFill/>
          <a:ln/>
        </p:spPr>
        <p:txBody>
          <a:bodyPr wrap="square" lIns="0" tIns="0" rIns="0" bIns="0" rtlCol="0" anchor="t"/>
          <a:lstStyle/>
          <a:p>
            <a:pPr indent="0" marL="0">
              <a:buNone/>
            </a:pPr>
            <a:r>
              <a:rPr lang="en-US" sz="1500" dirty="0">
                <a:solidFill>
                  <a:schemeClr val="tx1"/>
                </a:solidFill>
              </a:rPr>
              <a:t>Adults (18+) managing or at risk of acid reflux.</a:t>
            </a:r>
            <a:endParaRPr lang="en-US" sz="1500" dirty="0"/>
          </a:p>
        </p:txBody>
      </p:sp>
      <p:sp>
        <p:nvSpPr>
          <p:cNvPr id="19" name="shape_199"/>
          <p:cNvSpPr/>
          <p:nvPr/>
        </p:nvSpPr>
        <p:spPr>
          <a:xfrm>
            <a:off x="5806440" y="2907792"/>
            <a:ext cx="676656" cy="676656"/>
          </a:xfrm>
          <a:prstGeom prst="ellipse">
            <a:avLst/>
          </a:prstGeom>
          <a:solidFill>
            <a:schemeClr val="bg2"/>
          </a:solidFill>
          <a:ln/>
        </p:spPr>
      </p:sp>
      <p:pic>
        <p:nvPicPr>
          <p:cNvPr id="20" name="icon_200" descr="Target icon">    </p:cNvPr>
          <p:cNvPicPr>
            <a:picLocks noChangeAspect="1"/>
          </p:cNvPicPr>
          <p:nvPr/>
        </p:nvPicPr>
        <p:blipFill>
          <a:blip r:embed="rId2"/>
          <a:stretch>
            <a:fillRect/>
          </a:stretch>
        </p:blipFill>
        <p:spPr>
          <a:xfrm>
            <a:off x="5968837" y="3070189"/>
            <a:ext cx="351861" cy="351861"/>
          </a:xfrm>
          <a:prstGeom prst="rect">
            <a:avLst/>
          </a:prstGeom>
        </p:spPr>
      </p:pic>
      <p:sp>
        <p:nvSpPr>
          <p:cNvPr id="21" name="text_201"/>
          <p:cNvSpPr txBox="1"/>
          <p:nvPr/>
        </p:nvSpPr>
        <p:spPr>
          <a:xfrm>
            <a:off x="6675120" y="2889504"/>
            <a:ext cx="4937760" cy="36576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Start</a:t>
            </a:r>
            <a:endParaRPr lang="en-US" sz="1900" dirty="0"/>
          </a:p>
        </p:txBody>
      </p:sp>
      <p:sp>
        <p:nvSpPr>
          <p:cNvPr id="22" name="text_202"/>
          <p:cNvSpPr txBox="1"/>
          <p:nvPr/>
        </p:nvSpPr>
        <p:spPr>
          <a:xfrm>
            <a:off x="6675120" y="3255264"/>
            <a:ext cx="4937760" cy="685800"/>
          </a:xfrm>
          <a:prstGeom prst="rect">
            <a:avLst/>
          </a:prstGeom>
          <a:noFill/>
          <a:ln/>
        </p:spPr>
        <p:txBody>
          <a:bodyPr wrap="square" lIns="0" tIns="0" rIns="0" bIns="0" rtlCol="0" anchor="t"/>
          <a:lstStyle/>
          <a:p>
            <a:pPr indent="0" marL="0">
              <a:buNone/>
            </a:pPr>
            <a:r>
              <a:rPr lang="en-US" sz="1500" dirty="0">
                <a:solidFill>
                  <a:schemeClr val="tx1"/>
                </a:solidFill>
              </a:rPr>
              <a:t>A beachhead in Bohol, with a partner physician and their patients.</a:t>
            </a:r>
            <a:endParaRPr lang="en-US" sz="1500" dirty="0"/>
          </a:p>
        </p:txBody>
      </p:sp>
      <p:sp>
        <p:nvSpPr>
          <p:cNvPr id="23" name="shape_203"/>
          <p:cNvSpPr/>
          <p:nvPr/>
        </p:nvSpPr>
        <p:spPr>
          <a:xfrm>
            <a:off x="5806440" y="4123944"/>
            <a:ext cx="676656" cy="676656"/>
          </a:xfrm>
          <a:prstGeom prst="ellipse">
            <a:avLst/>
          </a:prstGeom>
          <a:solidFill>
            <a:schemeClr val="bg2"/>
          </a:solidFill>
          <a:ln/>
        </p:spPr>
      </p:sp>
      <p:pic>
        <p:nvPicPr>
          <p:cNvPr id="24" name="icon_204" descr="Rocket icon">    </p:cNvPr>
          <p:cNvPicPr>
            <a:picLocks noChangeAspect="1"/>
          </p:cNvPicPr>
          <p:nvPr/>
        </p:nvPicPr>
        <p:blipFill>
          <a:blip r:embed="rId3"/>
          <a:stretch>
            <a:fillRect/>
          </a:stretch>
        </p:blipFill>
        <p:spPr>
          <a:xfrm>
            <a:off x="5968837" y="4286341"/>
            <a:ext cx="351861" cy="351861"/>
          </a:xfrm>
          <a:prstGeom prst="rect">
            <a:avLst/>
          </a:prstGeom>
        </p:spPr>
      </p:pic>
      <p:sp>
        <p:nvSpPr>
          <p:cNvPr id="25" name="text_205"/>
          <p:cNvSpPr txBox="1"/>
          <p:nvPr/>
        </p:nvSpPr>
        <p:spPr>
          <a:xfrm>
            <a:off x="6675120" y="4105656"/>
            <a:ext cx="4937760" cy="365760"/>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Grow</a:t>
            </a:r>
            <a:endParaRPr lang="en-US" sz="1900" dirty="0"/>
          </a:p>
        </p:txBody>
      </p:sp>
      <p:sp>
        <p:nvSpPr>
          <p:cNvPr id="26" name="text_206"/>
          <p:cNvSpPr txBox="1"/>
          <p:nvPr/>
        </p:nvSpPr>
        <p:spPr>
          <a:xfrm>
            <a:off x="6675120" y="4471416"/>
            <a:ext cx="4937760" cy="685800"/>
          </a:xfrm>
          <a:prstGeom prst="rect">
            <a:avLst/>
          </a:prstGeom>
          <a:noFill/>
          <a:ln/>
        </p:spPr>
        <p:txBody>
          <a:bodyPr wrap="square" lIns="0" tIns="0" rIns="0" bIns="0" rtlCol="0" anchor="t"/>
          <a:lstStyle/>
          <a:p>
            <a:pPr indent="0" marL="0">
              <a:buNone/>
            </a:pPr>
            <a:r>
              <a:rPr lang="en-US" sz="1500" dirty="0">
                <a:solidFill>
                  <a:schemeClr val="tx1"/>
                </a:solidFill>
              </a:rPr>
              <a:t>Scale through clinics nationwide, then to other markets where reflux is just as common.</a:t>
            </a:r>
            <a:endParaRPr lang="en-US" sz="1500" dirty="0"/>
          </a:p>
        </p:txBody>
      </p:sp>
      <p:sp>
        <p:nvSpPr>
          <p:cNvPr id="27" name="text_207"/>
          <p:cNvSpPr txBox="1"/>
          <p:nvPr/>
        </p:nvSpPr>
        <p:spPr>
          <a:xfrm>
            <a:off x="5806440" y="5440680"/>
            <a:ext cx="5806440" cy="502920"/>
          </a:xfrm>
          <a:prstGeom prst="rect">
            <a:avLst/>
          </a:prstGeom>
          <a:noFill/>
          <a:ln/>
        </p:spPr>
        <p:txBody>
          <a:bodyPr wrap="square" lIns="0" tIns="0" rIns="0" bIns="0" rtlCol="0" anchor="t"/>
          <a:lstStyle/>
          <a:p>
            <a:pPr indent="0" marL="0">
              <a:buNone/>
            </a:pPr>
            <a:r>
              <a:rPr lang="en-US" sz="1000" dirty="0">
                <a:solidFill>
                  <a:schemeClr val="accent4"/>
                </a:solidFill>
              </a:rPr>
              <a:t>~15.8M applies the global 13.98% prevalence (Nirwan et al., 2020) to the 112.7M Filipinos in PSA’s 2024 Census — an estimate, not a local survey.</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600" fill="hold" decel="100000"/>
                                        <p:tgtEl>
                                          <p:spTgt spid="6"/>
                                        </p:tgtEl>
                                        <p:attrNameLst>
                                          <p:attrName>ppt_w</p:attrName>
                                        </p:attrNameLst>
                                      </p:cBhvr>
                                      <p:tavLst>
                                        <p:tav tm="0">
                                          <p:val>
                                            <p:strVal val="0"/>
                                          </p:val>
                                        </p:tav>
                                        <p:tav tm="100000">
                                          <p:val>
                                            <p:strVal val="#ppt_w"/>
                                          </p:val>
                                        </p:tav>
                                      </p:tavLst>
                                    </p:anim>
                                    <p:anim calcmode="lin" valueType="num">
                                      <p:cBhvr additive="base">
                                        <p:cTn id="8" dur="600" fill="hold" decel="100000"/>
                                        <p:tgtEl>
                                          <p:spTgt spid="6"/>
                                        </p:tgtEl>
                                        <p:attrNameLst>
                                          <p:attrName>ppt_h</p:attrName>
                                        </p:attrNameLst>
                                      </p:cBhvr>
                                      <p:tavLst>
                                        <p:tav tm="0">
                                          <p:val>
                                            <p:strVal val="0"/>
                                          </p:val>
                                        </p:tav>
                                        <p:tav tm="100000">
                                          <p:val>
                                            <p:strVal val="#ppt_h"/>
                                          </p:val>
                                        </p:tav>
                                      </p:tavLst>
                                    </p:anim>
                                    <p:animEffect transition="in" filter="fade">
                                      <p:cBhvr>
                                        <p:cTn id="9" dur="600"/>
                                        <p:tgtEl>
                                          <p:spTgt spid="6"/>
                                        </p:tgtEl>
                                      </p:cBhvr>
                                    </p:animEffect>
                                  </p:childTnLst>
                                </p:cTn>
                              </p:par>
                              <p:par>
                                <p:cTn id="10" presetID="10" presetClass="entr" presetSubtype="0" fill="hold" grpId="0" nodeType="withEffect">
                                  <p:stCondLst>
                                    <p:cond delay="25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25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53" presetClass="entr" presetSubtype="16" fill="hold" grpId="0" nodeType="withEffect">
                                  <p:stCondLst>
                                    <p:cond delay="45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600" fill="hold" decel="100000"/>
                                        <p:tgtEl>
                                          <p:spTgt spid="9"/>
                                        </p:tgtEl>
                                        <p:attrNameLst>
                                          <p:attrName>ppt_w</p:attrName>
                                        </p:attrNameLst>
                                      </p:cBhvr>
                                      <p:tavLst>
                                        <p:tav tm="0">
                                          <p:val>
                                            <p:strVal val="0"/>
                                          </p:val>
                                        </p:tav>
                                        <p:tav tm="100000">
                                          <p:val>
                                            <p:strVal val="#ppt_w"/>
                                          </p:val>
                                        </p:tav>
                                      </p:tavLst>
                                    </p:anim>
                                    <p:anim calcmode="lin" valueType="num">
                                      <p:cBhvr additive="base">
                                        <p:cTn id="19" dur="600" fill="hold" decel="100000"/>
                                        <p:tgtEl>
                                          <p:spTgt spid="9"/>
                                        </p:tgtEl>
                                        <p:attrNameLst>
                                          <p:attrName>ppt_h</p:attrName>
                                        </p:attrNameLst>
                                      </p:cBhvr>
                                      <p:tavLst>
                                        <p:tav tm="0">
                                          <p:val>
                                            <p:strVal val="0"/>
                                          </p:val>
                                        </p:tav>
                                        <p:tav tm="100000">
                                          <p:val>
                                            <p:strVal val="#ppt_h"/>
                                          </p:val>
                                        </p:tav>
                                      </p:tavLst>
                                    </p:anim>
                                    <p:animEffect transition="in" filter="fade">
                                      <p:cBhvr>
                                        <p:cTn id="20" dur="600"/>
                                        <p:tgtEl>
                                          <p:spTgt spid="9"/>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7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53" presetClass="entr" presetSubtype="16" fill="hold" grpId="0" nodeType="withEffect">
                                  <p:stCondLst>
                                    <p:cond delay="90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600" fill="hold" decel="100000"/>
                                        <p:tgtEl>
                                          <p:spTgt spid="12"/>
                                        </p:tgtEl>
                                        <p:attrNameLst>
                                          <p:attrName>ppt_w</p:attrName>
                                        </p:attrNameLst>
                                      </p:cBhvr>
                                      <p:tavLst>
                                        <p:tav tm="0">
                                          <p:val>
                                            <p:strVal val="0"/>
                                          </p:val>
                                        </p:tav>
                                        <p:tav tm="100000">
                                          <p:val>
                                            <p:strVal val="#ppt_w"/>
                                          </p:val>
                                        </p:tav>
                                      </p:tavLst>
                                    </p:anim>
                                    <p:anim calcmode="lin" valueType="num">
                                      <p:cBhvr additive="base">
                                        <p:cTn id="30" dur="600" fill="hold" decel="100000"/>
                                        <p:tgtEl>
                                          <p:spTgt spid="12"/>
                                        </p:tgtEl>
                                        <p:attrNameLst>
                                          <p:attrName>ppt_h</p:attrName>
                                        </p:attrNameLst>
                                      </p:cBhvr>
                                      <p:tavLst>
                                        <p:tav tm="0">
                                          <p:val>
                                            <p:strVal val="0"/>
                                          </p:val>
                                        </p:tav>
                                        <p:tav tm="100000">
                                          <p:val>
                                            <p:strVal val="#ppt_h"/>
                                          </p:val>
                                        </p:tav>
                                      </p:tavLst>
                                    </p:anim>
                                    <p:animEffect transition="in" filter="fade">
                                      <p:cBhvr>
                                        <p:cTn id="31" dur="600"/>
                                        <p:tgtEl>
                                          <p:spTgt spid="12"/>
                                        </p:tgtEl>
                                      </p:cBhvr>
                                    </p:animEffect>
                                  </p:childTnLst>
                                </p:cTn>
                              </p:par>
                              <p:par>
                                <p:cTn id="32" presetID="10" presetClass="entr" presetSubtype="0" fill="hold" grpId="0" nodeType="withEffect">
                                  <p:stCondLst>
                                    <p:cond delay="11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11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53" presetClass="entr" presetSubtype="16" fill="hold" grpId="0" nodeType="withEffect">
                                  <p:stCondLst>
                                    <p:cond delay="130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450" fill="hold" decel="100000"/>
                                        <p:tgtEl>
                                          <p:spTgt spid="15"/>
                                        </p:tgtEl>
                                        <p:attrNameLst>
                                          <p:attrName>ppt_w</p:attrName>
                                        </p:attrNameLst>
                                      </p:cBhvr>
                                      <p:tavLst>
                                        <p:tav tm="0">
                                          <p:val>
                                            <p:strVal val="0"/>
                                          </p:val>
                                        </p:tav>
                                        <p:tav tm="100000">
                                          <p:val>
                                            <p:strVal val="#ppt_w"/>
                                          </p:val>
                                        </p:tav>
                                      </p:tavLst>
                                    </p:anim>
                                    <p:anim calcmode="lin" valueType="num">
                                      <p:cBhvr additive="base">
                                        <p:cTn id="41" dur="450" fill="hold" decel="100000"/>
                                        <p:tgtEl>
                                          <p:spTgt spid="15"/>
                                        </p:tgtEl>
                                        <p:attrNameLst>
                                          <p:attrName>ppt_h</p:attrName>
                                        </p:attrNameLst>
                                      </p:cBhvr>
                                      <p:tavLst>
                                        <p:tav tm="0">
                                          <p:val>
                                            <p:strVal val="0"/>
                                          </p:val>
                                        </p:tav>
                                        <p:tav tm="100000">
                                          <p:val>
                                            <p:strVal val="#ppt_h"/>
                                          </p:val>
                                        </p:tav>
                                      </p:tavLst>
                                    </p:anim>
                                    <p:animEffect transition="in" filter="fade">
                                      <p:cBhvr>
                                        <p:cTn id="42" dur="450"/>
                                        <p:tgtEl>
                                          <p:spTgt spid="15"/>
                                        </p:tgtEl>
                                      </p:cBhvr>
                                    </p:animEffect>
                                  </p:childTnLst>
                                </p:cTn>
                              </p:par>
                              <p:par>
                                <p:cTn id="43" presetID="53" presetClass="entr" presetSubtype="16" fill="hold" grpId="0" nodeType="withEffect">
                                  <p:stCondLst>
                                    <p:cond delay="130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450" fill="hold" decel="100000"/>
                                        <p:tgtEl>
                                          <p:spTgt spid="16"/>
                                        </p:tgtEl>
                                        <p:attrNameLst>
                                          <p:attrName>ppt_w</p:attrName>
                                        </p:attrNameLst>
                                      </p:cBhvr>
                                      <p:tavLst>
                                        <p:tav tm="0">
                                          <p:val>
                                            <p:strVal val="0"/>
                                          </p:val>
                                        </p:tav>
                                        <p:tav tm="100000">
                                          <p:val>
                                            <p:strVal val="#ppt_w"/>
                                          </p:val>
                                        </p:tav>
                                      </p:tavLst>
                                    </p:anim>
                                    <p:anim calcmode="lin" valueType="num">
                                      <p:cBhvr additive="base">
                                        <p:cTn id="46" dur="450" fill="hold" decel="100000"/>
                                        <p:tgtEl>
                                          <p:spTgt spid="16"/>
                                        </p:tgtEl>
                                        <p:attrNameLst>
                                          <p:attrName>ppt_h</p:attrName>
                                        </p:attrNameLst>
                                      </p:cBhvr>
                                      <p:tavLst>
                                        <p:tav tm="0">
                                          <p:val>
                                            <p:strVal val="0"/>
                                          </p:val>
                                        </p:tav>
                                        <p:tav tm="100000">
                                          <p:val>
                                            <p:strVal val="#ppt_h"/>
                                          </p:val>
                                        </p:tav>
                                      </p:tavLst>
                                    </p:anim>
                                    <p:animEffect transition="in" filter="fade">
                                      <p:cBhvr>
                                        <p:cTn id="47" dur="450"/>
                                        <p:tgtEl>
                                          <p:spTgt spid="16"/>
                                        </p:tgtEl>
                                      </p:cBhvr>
                                    </p:animEffect>
                                  </p:childTnLst>
                                </p:cTn>
                              </p:par>
                              <p:par>
                                <p:cTn id="48" presetID="42" presetClass="entr" presetSubtype="0" fill="hold" grpId="0" nodeType="withEffect">
                                  <p:stCondLst>
                                    <p:cond delay="138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450"/>
                                        <p:tgtEl>
                                          <p:spTgt spid="17"/>
                                        </p:tgtEl>
                                      </p:cBhvr>
                                    </p:animEffect>
                                    <p:anim calcmode="lin" valueType="num">
                                      <p:cBhvr additive="base">
                                        <p:cTn id="51"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52" dur="450" fill="hold" decel="100000"/>
                                        <p:tgtEl>
                                          <p:spTgt spid="17"/>
                                        </p:tgtEl>
                                        <p:attrNameLst>
                                          <p:attrName>ppt_y</p:attrName>
                                        </p:attrNameLst>
                                      </p:cBhvr>
                                      <p:tavLst>
                                        <p:tav tm="0">
                                          <p:val>
                                            <p:strVal val="#ppt_y+0.05"/>
                                          </p:val>
                                        </p:tav>
                                        <p:tav tm="100000">
                                          <p:val>
                                            <p:strVal val="#ppt_y"/>
                                          </p:val>
                                        </p:tav>
                                      </p:tavLst>
                                    </p:anim>
                                  </p:childTnLst>
                                </p:cTn>
                              </p:par>
                              <p:par>
                                <p:cTn id="53" presetID="42" presetClass="entr" presetSubtype="0" fill="hold" grpId="0" nodeType="withEffect">
                                  <p:stCondLst>
                                    <p:cond delay="14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anim calcmode="lin" valueType="num">
                                      <p:cBhvr additive="base">
                                        <p:cTn id="56"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57" dur="450" fill="hold" decel="100000"/>
                                        <p:tgtEl>
                                          <p:spTgt spid="18"/>
                                        </p:tgtEl>
                                        <p:attrNameLst>
                                          <p:attrName>ppt_y</p:attrName>
                                        </p:attrNameLst>
                                      </p:cBhvr>
                                      <p:tavLst>
                                        <p:tav tm="0">
                                          <p:val>
                                            <p:strVal val="#ppt_y+0.05"/>
                                          </p:val>
                                        </p:tav>
                                        <p:tav tm="100000">
                                          <p:val>
                                            <p:strVal val="#ppt_y"/>
                                          </p:val>
                                        </p:tav>
                                      </p:tavLst>
                                    </p:anim>
                                  </p:childTnLst>
                                </p:cTn>
                              </p:par>
                              <p:par>
                                <p:cTn id="58" presetID="53" presetClass="entr" presetSubtype="16" fill="hold" grpId="0" nodeType="withEffect">
                                  <p:stCondLst>
                                    <p:cond delay="1550"/>
                                  </p:stCondLst>
                                  <p:childTnLst>
                                    <p:set>
                                      <p:cBhvr>
                                        <p:cTn id="59" dur="1" fill="hold">
                                          <p:stCondLst>
                                            <p:cond delay="0"/>
                                          </p:stCondLst>
                                        </p:cTn>
                                        <p:tgtEl>
                                          <p:spTgt spid="19"/>
                                        </p:tgtEl>
                                        <p:attrNameLst>
                                          <p:attrName>style.visibility</p:attrName>
                                        </p:attrNameLst>
                                      </p:cBhvr>
                                      <p:to>
                                        <p:strVal val="visible"/>
                                      </p:to>
                                    </p:set>
                                    <p:anim calcmode="lin" valueType="num">
                                      <p:cBhvr additive="base">
                                        <p:cTn id="60" dur="450" fill="hold" decel="100000"/>
                                        <p:tgtEl>
                                          <p:spTgt spid="19"/>
                                        </p:tgtEl>
                                        <p:attrNameLst>
                                          <p:attrName>ppt_w</p:attrName>
                                        </p:attrNameLst>
                                      </p:cBhvr>
                                      <p:tavLst>
                                        <p:tav tm="0">
                                          <p:val>
                                            <p:strVal val="0"/>
                                          </p:val>
                                        </p:tav>
                                        <p:tav tm="100000">
                                          <p:val>
                                            <p:strVal val="#ppt_w"/>
                                          </p:val>
                                        </p:tav>
                                      </p:tavLst>
                                    </p:anim>
                                    <p:anim calcmode="lin" valueType="num">
                                      <p:cBhvr additive="base">
                                        <p:cTn id="61" dur="450" fill="hold" decel="100000"/>
                                        <p:tgtEl>
                                          <p:spTgt spid="19"/>
                                        </p:tgtEl>
                                        <p:attrNameLst>
                                          <p:attrName>ppt_h</p:attrName>
                                        </p:attrNameLst>
                                      </p:cBhvr>
                                      <p:tavLst>
                                        <p:tav tm="0">
                                          <p:val>
                                            <p:strVal val="0"/>
                                          </p:val>
                                        </p:tav>
                                        <p:tav tm="100000">
                                          <p:val>
                                            <p:strVal val="#ppt_h"/>
                                          </p:val>
                                        </p:tav>
                                      </p:tavLst>
                                    </p:anim>
                                    <p:animEffect transition="in" filter="fade">
                                      <p:cBhvr>
                                        <p:cTn id="62" dur="450"/>
                                        <p:tgtEl>
                                          <p:spTgt spid="19"/>
                                        </p:tgtEl>
                                      </p:cBhvr>
                                    </p:animEffect>
                                  </p:childTnLst>
                                </p:cTn>
                              </p:par>
                              <p:par>
                                <p:cTn id="63" presetID="53" presetClass="entr" presetSubtype="16" fill="hold" grpId="0" nodeType="withEffect">
                                  <p:stCondLst>
                                    <p:cond delay="1550"/>
                                  </p:stCondLst>
                                  <p:childTnLst>
                                    <p:set>
                                      <p:cBhvr>
                                        <p:cTn id="64" dur="1" fill="hold">
                                          <p:stCondLst>
                                            <p:cond delay="0"/>
                                          </p:stCondLst>
                                        </p:cTn>
                                        <p:tgtEl>
                                          <p:spTgt spid="20"/>
                                        </p:tgtEl>
                                        <p:attrNameLst>
                                          <p:attrName>style.visibility</p:attrName>
                                        </p:attrNameLst>
                                      </p:cBhvr>
                                      <p:to>
                                        <p:strVal val="visible"/>
                                      </p:to>
                                    </p:set>
                                    <p:anim calcmode="lin" valueType="num">
                                      <p:cBhvr additive="base">
                                        <p:cTn id="65" dur="450" fill="hold" decel="100000"/>
                                        <p:tgtEl>
                                          <p:spTgt spid="20"/>
                                        </p:tgtEl>
                                        <p:attrNameLst>
                                          <p:attrName>ppt_w</p:attrName>
                                        </p:attrNameLst>
                                      </p:cBhvr>
                                      <p:tavLst>
                                        <p:tav tm="0">
                                          <p:val>
                                            <p:strVal val="0"/>
                                          </p:val>
                                        </p:tav>
                                        <p:tav tm="100000">
                                          <p:val>
                                            <p:strVal val="#ppt_w"/>
                                          </p:val>
                                        </p:tav>
                                      </p:tavLst>
                                    </p:anim>
                                    <p:anim calcmode="lin" valueType="num">
                                      <p:cBhvr additive="base">
                                        <p:cTn id="66" dur="450" fill="hold" decel="100000"/>
                                        <p:tgtEl>
                                          <p:spTgt spid="20"/>
                                        </p:tgtEl>
                                        <p:attrNameLst>
                                          <p:attrName>ppt_h</p:attrName>
                                        </p:attrNameLst>
                                      </p:cBhvr>
                                      <p:tavLst>
                                        <p:tav tm="0">
                                          <p:val>
                                            <p:strVal val="0"/>
                                          </p:val>
                                        </p:tav>
                                        <p:tav tm="100000">
                                          <p:val>
                                            <p:strVal val="#ppt_h"/>
                                          </p:val>
                                        </p:tav>
                                      </p:tavLst>
                                    </p:anim>
                                    <p:animEffect transition="in" filter="fade">
                                      <p:cBhvr>
                                        <p:cTn id="67" dur="450"/>
                                        <p:tgtEl>
                                          <p:spTgt spid="20"/>
                                        </p:tgtEl>
                                      </p:cBhvr>
                                    </p:animEffect>
                                  </p:childTnLst>
                                </p:cTn>
                              </p:par>
                              <p:par>
                                <p:cTn id="68" presetID="42" presetClass="entr" presetSubtype="0" fill="hold" grpId="0" nodeType="withEffect">
                                  <p:stCondLst>
                                    <p:cond delay="163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450"/>
                                        <p:tgtEl>
                                          <p:spTgt spid="21"/>
                                        </p:tgtEl>
                                      </p:cBhvr>
                                    </p:animEffect>
                                    <p:anim calcmode="lin" valueType="num">
                                      <p:cBhvr additive="base">
                                        <p:cTn id="71" dur="450" fill="hold" decel="100000"/>
                                        <p:tgtEl>
                                          <p:spTgt spid="21"/>
                                        </p:tgtEl>
                                        <p:attrNameLst>
                                          <p:attrName>ppt_x</p:attrName>
                                        </p:attrNameLst>
                                      </p:cBhvr>
                                      <p:tavLst>
                                        <p:tav tm="0">
                                          <p:val>
                                            <p:strVal val="#ppt_x"/>
                                          </p:val>
                                        </p:tav>
                                        <p:tav tm="100000">
                                          <p:val>
                                            <p:strVal val="#ppt_x"/>
                                          </p:val>
                                        </p:tav>
                                      </p:tavLst>
                                    </p:anim>
                                    <p:anim calcmode="lin" valueType="num">
                                      <p:cBhvr additive="base">
                                        <p:cTn id="72" dur="450" fill="hold" decel="100000"/>
                                        <p:tgtEl>
                                          <p:spTgt spid="21"/>
                                        </p:tgtEl>
                                        <p:attrNameLst>
                                          <p:attrName>ppt_y</p:attrName>
                                        </p:attrNameLst>
                                      </p:cBhvr>
                                      <p:tavLst>
                                        <p:tav tm="0">
                                          <p:val>
                                            <p:strVal val="#ppt_y+0.05"/>
                                          </p:val>
                                        </p:tav>
                                        <p:tav tm="100000">
                                          <p:val>
                                            <p:strVal val="#ppt_y"/>
                                          </p:val>
                                        </p:tav>
                                      </p:tavLst>
                                    </p:anim>
                                  </p:childTnLst>
                                </p:cTn>
                              </p:par>
                              <p:par>
                                <p:cTn id="73" presetID="42" presetClass="entr" presetSubtype="0" fill="hold" grpId="0" nodeType="withEffect">
                                  <p:stCondLst>
                                    <p:cond delay="1700"/>
                                  </p:stCondLst>
                                  <p:childTnLst>
                                    <p:set>
                                      <p:cBhvr>
                                        <p:cTn id="74" dur="1" fill="hold">
                                          <p:stCondLst>
                                            <p:cond delay="0"/>
                                          </p:stCondLst>
                                        </p:cTn>
                                        <p:tgtEl>
                                          <p:spTgt spid="22"/>
                                        </p:tgtEl>
                                        <p:attrNameLst>
                                          <p:attrName>style.visibility</p:attrName>
                                        </p:attrNameLst>
                                      </p:cBhvr>
                                      <p:to>
                                        <p:strVal val="visible"/>
                                      </p:to>
                                    </p:set>
                                    <p:animEffect transition="in" filter="fade">
                                      <p:cBhvr>
                                        <p:cTn id="75" dur="450"/>
                                        <p:tgtEl>
                                          <p:spTgt spid="22"/>
                                        </p:tgtEl>
                                      </p:cBhvr>
                                    </p:animEffect>
                                    <p:anim calcmode="lin" valueType="num">
                                      <p:cBhvr additive="base">
                                        <p:cTn id="76"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77" dur="450" fill="hold" decel="100000"/>
                                        <p:tgtEl>
                                          <p:spTgt spid="22"/>
                                        </p:tgtEl>
                                        <p:attrNameLst>
                                          <p:attrName>ppt_y</p:attrName>
                                        </p:attrNameLst>
                                      </p:cBhvr>
                                      <p:tavLst>
                                        <p:tav tm="0">
                                          <p:val>
                                            <p:strVal val="#ppt_y+0.05"/>
                                          </p:val>
                                        </p:tav>
                                        <p:tav tm="100000">
                                          <p:val>
                                            <p:strVal val="#ppt_y"/>
                                          </p:val>
                                        </p:tav>
                                      </p:tavLst>
                                    </p:anim>
                                  </p:childTnLst>
                                </p:cTn>
                              </p:par>
                              <p:par>
                                <p:cTn id="78" presetID="53" presetClass="entr" presetSubtype="16" fill="hold" grpId="0" nodeType="withEffect">
                                  <p:stCondLst>
                                    <p:cond delay="1800"/>
                                  </p:stCondLst>
                                  <p:childTnLst>
                                    <p:set>
                                      <p:cBhvr>
                                        <p:cTn id="79" dur="1" fill="hold">
                                          <p:stCondLst>
                                            <p:cond delay="0"/>
                                          </p:stCondLst>
                                        </p:cTn>
                                        <p:tgtEl>
                                          <p:spTgt spid="23"/>
                                        </p:tgtEl>
                                        <p:attrNameLst>
                                          <p:attrName>style.visibility</p:attrName>
                                        </p:attrNameLst>
                                      </p:cBhvr>
                                      <p:to>
                                        <p:strVal val="visible"/>
                                      </p:to>
                                    </p:set>
                                    <p:anim calcmode="lin" valueType="num">
                                      <p:cBhvr additive="base">
                                        <p:cTn id="80" dur="450" fill="hold" decel="100000"/>
                                        <p:tgtEl>
                                          <p:spTgt spid="23"/>
                                        </p:tgtEl>
                                        <p:attrNameLst>
                                          <p:attrName>ppt_w</p:attrName>
                                        </p:attrNameLst>
                                      </p:cBhvr>
                                      <p:tavLst>
                                        <p:tav tm="0">
                                          <p:val>
                                            <p:strVal val="0"/>
                                          </p:val>
                                        </p:tav>
                                        <p:tav tm="100000">
                                          <p:val>
                                            <p:strVal val="#ppt_w"/>
                                          </p:val>
                                        </p:tav>
                                      </p:tavLst>
                                    </p:anim>
                                    <p:anim calcmode="lin" valueType="num">
                                      <p:cBhvr additive="base">
                                        <p:cTn id="81" dur="450" fill="hold" decel="100000"/>
                                        <p:tgtEl>
                                          <p:spTgt spid="23"/>
                                        </p:tgtEl>
                                        <p:attrNameLst>
                                          <p:attrName>ppt_h</p:attrName>
                                        </p:attrNameLst>
                                      </p:cBhvr>
                                      <p:tavLst>
                                        <p:tav tm="0">
                                          <p:val>
                                            <p:strVal val="0"/>
                                          </p:val>
                                        </p:tav>
                                        <p:tav tm="100000">
                                          <p:val>
                                            <p:strVal val="#ppt_h"/>
                                          </p:val>
                                        </p:tav>
                                      </p:tavLst>
                                    </p:anim>
                                    <p:animEffect transition="in" filter="fade">
                                      <p:cBhvr>
                                        <p:cTn id="82" dur="450"/>
                                        <p:tgtEl>
                                          <p:spTgt spid="23"/>
                                        </p:tgtEl>
                                      </p:cBhvr>
                                    </p:animEffect>
                                  </p:childTnLst>
                                </p:cTn>
                              </p:par>
                              <p:par>
                                <p:cTn id="83" presetID="53" presetClass="entr" presetSubtype="16" fill="hold" grpId="0" nodeType="withEffect">
                                  <p:stCondLst>
                                    <p:cond delay="1800"/>
                                  </p:stCondLst>
                                  <p:childTnLst>
                                    <p:set>
                                      <p:cBhvr>
                                        <p:cTn id="84" dur="1" fill="hold">
                                          <p:stCondLst>
                                            <p:cond delay="0"/>
                                          </p:stCondLst>
                                        </p:cTn>
                                        <p:tgtEl>
                                          <p:spTgt spid="24"/>
                                        </p:tgtEl>
                                        <p:attrNameLst>
                                          <p:attrName>style.visibility</p:attrName>
                                        </p:attrNameLst>
                                      </p:cBhvr>
                                      <p:to>
                                        <p:strVal val="visible"/>
                                      </p:to>
                                    </p:set>
                                    <p:anim calcmode="lin" valueType="num">
                                      <p:cBhvr additive="base">
                                        <p:cTn id="85" dur="450" fill="hold" decel="100000"/>
                                        <p:tgtEl>
                                          <p:spTgt spid="24"/>
                                        </p:tgtEl>
                                        <p:attrNameLst>
                                          <p:attrName>ppt_w</p:attrName>
                                        </p:attrNameLst>
                                      </p:cBhvr>
                                      <p:tavLst>
                                        <p:tav tm="0">
                                          <p:val>
                                            <p:strVal val="0"/>
                                          </p:val>
                                        </p:tav>
                                        <p:tav tm="100000">
                                          <p:val>
                                            <p:strVal val="#ppt_w"/>
                                          </p:val>
                                        </p:tav>
                                      </p:tavLst>
                                    </p:anim>
                                    <p:anim calcmode="lin" valueType="num">
                                      <p:cBhvr additive="base">
                                        <p:cTn id="86" dur="450" fill="hold" decel="100000"/>
                                        <p:tgtEl>
                                          <p:spTgt spid="24"/>
                                        </p:tgtEl>
                                        <p:attrNameLst>
                                          <p:attrName>ppt_h</p:attrName>
                                        </p:attrNameLst>
                                      </p:cBhvr>
                                      <p:tavLst>
                                        <p:tav tm="0">
                                          <p:val>
                                            <p:strVal val="0"/>
                                          </p:val>
                                        </p:tav>
                                        <p:tav tm="100000">
                                          <p:val>
                                            <p:strVal val="#ppt_h"/>
                                          </p:val>
                                        </p:tav>
                                      </p:tavLst>
                                    </p:anim>
                                    <p:animEffect transition="in" filter="fade">
                                      <p:cBhvr>
                                        <p:cTn id="87" dur="450"/>
                                        <p:tgtEl>
                                          <p:spTgt spid="24"/>
                                        </p:tgtEl>
                                      </p:cBhvr>
                                    </p:animEffect>
                                  </p:childTnLst>
                                </p:cTn>
                              </p:par>
                              <p:par>
                                <p:cTn id="88" presetID="42" presetClass="entr" presetSubtype="0" fill="hold" grpId="0" nodeType="withEffect">
                                  <p:stCondLst>
                                    <p:cond delay="1880"/>
                                  </p:stCondLst>
                                  <p:childTnLst>
                                    <p:set>
                                      <p:cBhvr>
                                        <p:cTn id="89" dur="1" fill="hold">
                                          <p:stCondLst>
                                            <p:cond delay="0"/>
                                          </p:stCondLst>
                                        </p:cTn>
                                        <p:tgtEl>
                                          <p:spTgt spid="25"/>
                                        </p:tgtEl>
                                        <p:attrNameLst>
                                          <p:attrName>style.visibility</p:attrName>
                                        </p:attrNameLst>
                                      </p:cBhvr>
                                      <p:to>
                                        <p:strVal val="visible"/>
                                      </p:to>
                                    </p:set>
                                    <p:animEffect transition="in" filter="fade">
                                      <p:cBhvr>
                                        <p:cTn id="90" dur="450"/>
                                        <p:tgtEl>
                                          <p:spTgt spid="25"/>
                                        </p:tgtEl>
                                      </p:cBhvr>
                                    </p:animEffect>
                                    <p:anim calcmode="lin" valueType="num">
                                      <p:cBhvr additive="base">
                                        <p:cTn id="91" dur="450" fill="hold" decel="100000"/>
                                        <p:tgtEl>
                                          <p:spTgt spid="25"/>
                                        </p:tgtEl>
                                        <p:attrNameLst>
                                          <p:attrName>ppt_x</p:attrName>
                                        </p:attrNameLst>
                                      </p:cBhvr>
                                      <p:tavLst>
                                        <p:tav tm="0">
                                          <p:val>
                                            <p:strVal val="#ppt_x"/>
                                          </p:val>
                                        </p:tav>
                                        <p:tav tm="100000">
                                          <p:val>
                                            <p:strVal val="#ppt_x"/>
                                          </p:val>
                                        </p:tav>
                                      </p:tavLst>
                                    </p:anim>
                                    <p:anim calcmode="lin" valueType="num">
                                      <p:cBhvr additive="base">
                                        <p:cTn id="92" dur="450" fill="hold" decel="100000"/>
                                        <p:tgtEl>
                                          <p:spTgt spid="25"/>
                                        </p:tgtEl>
                                        <p:attrNameLst>
                                          <p:attrName>ppt_y</p:attrName>
                                        </p:attrNameLst>
                                      </p:cBhvr>
                                      <p:tavLst>
                                        <p:tav tm="0">
                                          <p:val>
                                            <p:strVal val="#ppt_y+0.05"/>
                                          </p:val>
                                        </p:tav>
                                        <p:tav tm="100000">
                                          <p:val>
                                            <p:strVal val="#ppt_y"/>
                                          </p:val>
                                        </p:tav>
                                      </p:tavLst>
                                    </p:anim>
                                  </p:childTnLst>
                                </p:cTn>
                              </p:par>
                              <p:par>
                                <p:cTn id="93" presetID="42" presetClass="entr" presetSubtype="0" fill="hold" grpId="0" nodeType="withEffect">
                                  <p:stCondLst>
                                    <p:cond delay="1950"/>
                                  </p:stCondLst>
                                  <p:childTnLst>
                                    <p:set>
                                      <p:cBhvr>
                                        <p:cTn id="94" dur="1" fill="hold">
                                          <p:stCondLst>
                                            <p:cond delay="0"/>
                                          </p:stCondLst>
                                        </p:cTn>
                                        <p:tgtEl>
                                          <p:spTgt spid="26"/>
                                        </p:tgtEl>
                                        <p:attrNameLst>
                                          <p:attrName>style.visibility</p:attrName>
                                        </p:attrNameLst>
                                      </p:cBhvr>
                                      <p:to>
                                        <p:strVal val="visible"/>
                                      </p:to>
                                    </p:set>
                                    <p:animEffect transition="in" filter="fade">
                                      <p:cBhvr>
                                        <p:cTn id="95" dur="450"/>
                                        <p:tgtEl>
                                          <p:spTgt spid="26"/>
                                        </p:tgtEl>
                                      </p:cBhvr>
                                    </p:animEffect>
                                    <p:anim calcmode="lin" valueType="num">
                                      <p:cBhvr additive="base">
                                        <p:cTn id="96" dur="450" fill="hold" decel="100000"/>
                                        <p:tgtEl>
                                          <p:spTgt spid="26"/>
                                        </p:tgtEl>
                                        <p:attrNameLst>
                                          <p:attrName>ppt_x</p:attrName>
                                        </p:attrNameLst>
                                      </p:cBhvr>
                                      <p:tavLst>
                                        <p:tav tm="0">
                                          <p:val>
                                            <p:strVal val="#ppt_x"/>
                                          </p:val>
                                        </p:tav>
                                        <p:tav tm="100000">
                                          <p:val>
                                            <p:strVal val="#ppt_x"/>
                                          </p:val>
                                        </p:tav>
                                      </p:tavLst>
                                    </p:anim>
                                    <p:anim calcmode="lin" valueType="num">
                                      <p:cBhvr additive="base">
                                        <p:cTn id="97" dur="450" fill="hold" decel="100000"/>
                                        <p:tgtEl>
                                          <p:spTgt spid="26"/>
                                        </p:tgtEl>
                                        <p:attrNameLst>
                                          <p:attrName>ppt_y</p:attrName>
                                        </p:attrNameLst>
                                      </p:cBhvr>
                                      <p:tavLst>
                                        <p:tav tm="0">
                                          <p:val>
                                            <p:strVal val="#ppt_y+0.05"/>
                                          </p:val>
                                        </p:tav>
                                        <p:tav tm="100000">
                                          <p:val>
                                            <p:strVal val="#ppt_y"/>
                                          </p:val>
                                        </p:tav>
                                      </p:tavLst>
                                    </p:anim>
                                  </p:childTnLst>
                                </p:cTn>
                              </p:par>
                              <p:par>
                                <p:cTn id="98" presetID="10" presetClass="entr" presetSubtype="0" fill="hold" grpId="0" nodeType="withEffect">
                                  <p:stCondLst>
                                    <p:cond delay="2100"/>
                                  </p:stCondLst>
                                  <p:childTnLst>
                                    <p:set>
                                      <p:cBhvr>
                                        <p:cTn id="99" dur="1" fill="hold">
                                          <p:stCondLst>
                                            <p:cond delay="0"/>
                                          </p:stCondLst>
                                        </p:cTn>
                                        <p:tgtEl>
                                          <p:spTgt spid="27"/>
                                        </p:tgtEl>
                                        <p:attrNameLst>
                                          <p:attrName>style.visibility</p:attrName>
                                        </p:attrNameLst>
                                      </p:cBhvr>
                                      <p:to>
                                        <p:strVal val="visible"/>
                                      </p:to>
                                    </p:set>
                                    <p:animEffect transition="in" filter="fade">
                                      <p:cBhvr>
                                        <p:cTn id="10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rbA"/>
          <p:cNvSpPr/>
          <p:nvPr/>
        </p:nvSpPr>
        <p:spPr>
          <a:xfrm>
            <a:off x="-2011680" y="-2194560"/>
            <a:ext cx="4023360" cy="4023360"/>
          </a:xfrm>
          <a:prstGeom prst="ellipse">
            <a:avLst/>
          </a:prstGeom>
          <a:solidFill>
            <a:schemeClr val="bg1"/>
          </a:solidFill>
          <a:ln/>
        </p:spPr>
      </p:sp>
      <p:sp>
        <p:nvSpPr>
          <p:cNvPr id="3" name="!!orbB"/>
          <p:cNvSpPr/>
          <p:nvPr/>
        </p:nvSpPr>
        <p:spPr>
          <a:xfrm>
            <a:off x="10881360" y="-548640"/>
            <a:ext cx="1463040" cy="1463040"/>
          </a:xfrm>
          <a:prstGeom prst="ellipse">
            <a:avLst/>
          </a:prstGeom>
          <a:solidFill>
            <a:schemeClr val="accent2">
              <a:alpha val="25000"/>
            </a:schemeClr>
          </a:solidFill>
          <a:ln/>
        </p:spPr>
      </p:sp>
      <p:sp>
        <p:nvSpPr>
          <p:cNvPr id="4" name="!!orbC"/>
          <p:cNvSpPr/>
          <p:nvPr/>
        </p:nvSpPr>
        <p:spPr>
          <a:xfrm>
            <a:off x="11658600" y="5394960"/>
            <a:ext cx="731520" cy="731520"/>
          </a:xfrm>
          <a:prstGeom prst="ellipse">
            <a:avLst/>
          </a:prstGeom>
          <a:solidFill>
            <a:schemeClr val="accent1">
              <a:alpha val="3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How we make money</a:t>
            </a:r>
            <a:endParaRPr lang="en-US" sz="3600" dirty="0"/>
          </a:p>
        </p:txBody>
      </p:sp>
      <p:sp>
        <p:nvSpPr>
          <p:cNvPr id="6" name="shape_208"/>
          <p:cNvSpPr/>
          <p:nvPr/>
        </p:nvSpPr>
        <p:spPr>
          <a:xfrm>
            <a:off x="548640" y="1600200"/>
            <a:ext cx="3514344" cy="3611880"/>
          </a:xfrm>
          <a:prstGeom prst="roundRect">
            <a:avLst>
              <a:gd name="adj" fmla="val 5204"/>
            </a:avLst>
          </a:prstGeom>
          <a:solidFill>
            <a:schemeClr val="bg1"/>
          </a:solidFill>
          <a:ln/>
          <a:effectLst>
            <a:outerShdw sx="100000" sy="100000" kx="0" ky="0" algn="bl" rotWithShape="0" blurRad="127000" dist="38100" dir="5400000">
              <a:srgbClr val="1A2340">
                <a:alpha val="8000"/>
              </a:srgbClr>
            </a:outerShdw>
          </a:effectLst>
        </p:spPr>
      </p:sp>
      <p:sp>
        <p:nvSpPr>
          <p:cNvPr id="7" name="shape_209"/>
          <p:cNvSpPr/>
          <p:nvPr/>
        </p:nvSpPr>
        <p:spPr>
          <a:xfrm>
            <a:off x="868680" y="1920240"/>
            <a:ext cx="658368" cy="658368"/>
          </a:xfrm>
          <a:prstGeom prst="ellipse">
            <a:avLst/>
          </a:prstGeom>
          <a:solidFill>
            <a:schemeClr val="bg2"/>
          </a:solidFill>
          <a:ln/>
        </p:spPr>
      </p:sp>
      <p:pic>
        <p:nvPicPr>
          <p:cNvPr id="8" name="icon_210" descr="Smartphone icon">    </p:cNvPr>
          <p:cNvPicPr>
            <a:picLocks noChangeAspect="1"/>
          </p:cNvPicPr>
          <p:nvPr/>
        </p:nvPicPr>
        <p:blipFill>
          <a:blip r:embed="rId1"/>
          <a:stretch>
            <a:fillRect/>
          </a:stretch>
        </p:blipFill>
        <p:spPr>
          <a:xfrm>
            <a:off x="1026688" y="2078248"/>
            <a:ext cx="342351" cy="342351"/>
          </a:xfrm>
          <a:prstGeom prst="rect">
            <a:avLst/>
          </a:prstGeom>
        </p:spPr>
      </p:pic>
      <p:sp>
        <p:nvSpPr>
          <p:cNvPr id="9" name="text_211"/>
          <p:cNvSpPr txBox="1"/>
          <p:nvPr/>
        </p:nvSpPr>
        <p:spPr>
          <a:xfrm>
            <a:off x="868680" y="2743200"/>
            <a:ext cx="2874264" cy="45720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Free</a:t>
            </a:r>
            <a:endParaRPr lang="en-US" sz="2400" dirty="0"/>
          </a:p>
        </p:txBody>
      </p:sp>
      <p:sp>
        <p:nvSpPr>
          <p:cNvPr id="10" name="text_212"/>
          <p:cNvSpPr txBox="1"/>
          <p:nvPr/>
        </p:nvSpPr>
        <p:spPr>
          <a:xfrm>
            <a:off x="868680" y="3200400"/>
            <a:ext cx="2874264" cy="320040"/>
          </a:xfrm>
          <a:prstGeom prst="rect">
            <a:avLst/>
          </a:prstGeom>
          <a:noFill/>
          <a:ln/>
        </p:spPr>
        <p:txBody>
          <a:bodyPr wrap="square" lIns="0" tIns="0" rIns="0" bIns="0" rtlCol="0" anchor="ctr"/>
          <a:lstStyle/>
          <a:p>
            <a:pPr indent="0" marL="0">
              <a:buNone/>
            </a:pPr>
            <a:r>
              <a:rPr lang="en-US" sz="1400" b="1" dirty="0">
                <a:solidFill>
                  <a:schemeClr val="accent1"/>
                </a:solidFill>
              </a:rPr>
              <a:t>For everyone</a:t>
            </a:r>
            <a:endParaRPr lang="en-US" sz="1400" dirty="0"/>
          </a:p>
        </p:txBody>
      </p:sp>
      <p:sp>
        <p:nvSpPr>
          <p:cNvPr id="11" name="text_213"/>
          <p:cNvSpPr txBox="1"/>
          <p:nvPr/>
        </p:nvSpPr>
        <p:spPr>
          <a:xfrm>
            <a:off x="868680" y="3703320"/>
            <a:ext cx="2965704" cy="1600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Daily log and basic risk alerts</a:t>
            </a:r>
            <a:endParaRPr lang="en-US" sz="1500" dirty="0"/>
          </a:p>
          <a:p>
            <a:pPr marL="203200" indent="-203200">
              <a:spcAft>
                <a:spcPts val="800"/>
              </a:spcAft>
              <a:buSzPct val="100000"/>
              <a:buChar char="•"/>
            </a:pPr>
            <a:r>
              <a:rPr lang="en-US" sz="1500" dirty="0">
                <a:solidFill>
                  <a:schemeClr val="tx1"/>
                </a:solidFill>
              </a:rPr>
              <a:t>Weekly summary</a:t>
            </a:r>
            <a:endParaRPr lang="en-US" sz="1500" dirty="0"/>
          </a:p>
          <a:p>
            <a:pPr marL="203200" indent="-203200">
              <a:spcAft>
                <a:spcPts val="800"/>
              </a:spcAft>
              <a:buSzPct val="100000"/>
              <a:buChar char="•"/>
            </a:pPr>
            <a:r>
              <a:rPr lang="en-US" sz="1500" dirty="0">
                <a:solidFill>
                  <a:schemeClr val="tx1"/>
                </a:solidFill>
              </a:rPr>
              <a:t>Streaks and badges</a:t>
            </a:r>
            <a:endParaRPr lang="en-US" sz="1500" dirty="0"/>
          </a:p>
        </p:txBody>
      </p:sp>
      <p:sp>
        <p:nvSpPr>
          <p:cNvPr id="12" name="shape_214"/>
          <p:cNvSpPr/>
          <p:nvPr/>
        </p:nvSpPr>
        <p:spPr>
          <a:xfrm>
            <a:off x="4337304" y="1600200"/>
            <a:ext cx="3514344" cy="3611880"/>
          </a:xfrm>
          <a:prstGeom prst="roundRect">
            <a:avLst>
              <a:gd name="adj" fmla="val 5204"/>
            </a:avLst>
          </a:prstGeom>
          <a:solidFill>
            <a:schemeClr val="tx1"/>
          </a:solidFill>
          <a:ln/>
          <a:effectLst>
            <a:outerShdw sx="100000" sy="100000" kx="0" ky="0" algn="bl" rotWithShape="0" blurRad="127000" dist="38100" dir="5400000">
              <a:srgbClr val="1A2340">
                <a:alpha val="8000"/>
              </a:srgbClr>
            </a:outerShdw>
          </a:effectLst>
        </p:spPr>
      </p:sp>
      <p:sp>
        <p:nvSpPr>
          <p:cNvPr id="13" name="shape_215"/>
          <p:cNvSpPr/>
          <p:nvPr/>
        </p:nvSpPr>
        <p:spPr>
          <a:xfrm>
            <a:off x="4657344" y="1920240"/>
            <a:ext cx="658368" cy="658368"/>
          </a:xfrm>
          <a:prstGeom prst="ellipse">
            <a:avLst/>
          </a:prstGeom>
          <a:solidFill>
            <a:schemeClr val="accent1"/>
          </a:solidFill>
          <a:ln/>
        </p:spPr>
      </p:sp>
      <p:pic>
        <p:nvPicPr>
          <p:cNvPr id="14" name="icon_216" descr="Sparkles icon">    </p:cNvPr>
          <p:cNvPicPr>
            <a:picLocks noChangeAspect="1"/>
          </p:cNvPicPr>
          <p:nvPr/>
        </p:nvPicPr>
        <p:blipFill>
          <a:blip r:embed="rId2"/>
          <a:stretch>
            <a:fillRect/>
          </a:stretch>
        </p:blipFill>
        <p:spPr>
          <a:xfrm>
            <a:off x="4815352" y="2078248"/>
            <a:ext cx="342351" cy="342351"/>
          </a:xfrm>
          <a:prstGeom prst="rect">
            <a:avLst/>
          </a:prstGeom>
        </p:spPr>
      </p:pic>
      <p:sp>
        <p:nvSpPr>
          <p:cNvPr id="15" name="shape_217"/>
          <p:cNvSpPr/>
          <p:nvPr/>
        </p:nvSpPr>
        <p:spPr>
          <a:xfrm>
            <a:off x="6160008" y="2057400"/>
            <a:ext cx="1371600" cy="329184"/>
          </a:xfrm>
          <a:prstGeom prst="roundRect">
            <a:avLst>
              <a:gd name="adj" fmla="val 50000"/>
            </a:avLst>
          </a:prstGeom>
          <a:solidFill>
            <a:schemeClr val="accent3"/>
          </a:solidFill>
          <a:ln/>
        </p:spPr>
      </p:sp>
      <p:sp>
        <p:nvSpPr>
          <p:cNvPr id="16" name="text_218"/>
          <p:cNvSpPr txBox="1"/>
          <p:nvPr/>
        </p:nvSpPr>
        <p:spPr>
          <a:xfrm>
            <a:off x="6160008" y="2057400"/>
            <a:ext cx="1371600" cy="329184"/>
          </a:xfrm>
          <a:prstGeom prst="rect">
            <a:avLst/>
          </a:prstGeom>
          <a:noFill/>
          <a:ln/>
        </p:spPr>
        <p:txBody>
          <a:bodyPr wrap="square" lIns="0" tIns="0" rIns="0" bIns="0" rtlCol="0" anchor="ctr"/>
          <a:lstStyle/>
          <a:p>
            <a:pPr algn="ctr" indent="0" marL="0">
              <a:buNone/>
            </a:pPr>
            <a:r>
              <a:rPr lang="en-US" sz="1000" b="1" dirty="0">
                <a:solidFill>
                  <a:schemeClr val="bg1"/>
                </a:solidFill>
              </a:rPr>
              <a:t>CORE REVENUE</a:t>
            </a:r>
            <a:endParaRPr lang="en-US" sz="1000" dirty="0"/>
          </a:p>
        </p:txBody>
      </p:sp>
      <p:sp>
        <p:nvSpPr>
          <p:cNvPr id="17" name="text_219"/>
          <p:cNvSpPr txBox="1"/>
          <p:nvPr/>
        </p:nvSpPr>
        <p:spPr>
          <a:xfrm>
            <a:off x="4657344" y="2743200"/>
            <a:ext cx="2874264" cy="457200"/>
          </a:xfrm>
          <a:prstGeom prst="rect">
            <a:avLst/>
          </a:prstGeom>
          <a:noFill/>
          <a:ln/>
        </p:spPr>
        <p:txBody>
          <a:bodyPr wrap="square" lIns="0" tIns="0" rIns="0" bIns="0" rtlCol="0" anchor="ctr"/>
          <a:lstStyle/>
          <a:p>
            <a:pPr indent="0" marL="0">
              <a:buNone/>
            </a:pPr>
            <a:r>
              <a:rPr lang="en-US" sz="2400" b="1" dirty="0">
                <a:solidFill>
                  <a:schemeClr val="bg1"/>
                </a:solidFill>
                <a:latin typeface="Arial" pitchFamily="34" charset="0"/>
                <a:ea typeface="Arial" pitchFamily="34" charset="-122"/>
                <a:cs typeface="Arial" pitchFamily="34" charset="-120"/>
              </a:rPr>
              <a:t>Premium</a:t>
            </a:r>
            <a:endParaRPr lang="en-US" sz="2400" dirty="0"/>
          </a:p>
        </p:txBody>
      </p:sp>
      <p:sp>
        <p:nvSpPr>
          <p:cNvPr id="18" name="text_220"/>
          <p:cNvSpPr txBox="1"/>
          <p:nvPr/>
        </p:nvSpPr>
        <p:spPr>
          <a:xfrm>
            <a:off x="4657344" y="3200400"/>
            <a:ext cx="2874264" cy="320040"/>
          </a:xfrm>
          <a:prstGeom prst="rect">
            <a:avLst/>
          </a:prstGeom>
          <a:noFill/>
          <a:ln/>
        </p:spPr>
        <p:txBody>
          <a:bodyPr wrap="square" lIns="0" tIns="0" rIns="0" bIns="0" rtlCol="0" anchor="ctr"/>
          <a:lstStyle/>
          <a:p>
            <a:pPr indent="0" marL="0">
              <a:buNone/>
            </a:pPr>
            <a:r>
              <a:rPr lang="en-US" sz="1400" b="1" dirty="0">
                <a:solidFill>
                  <a:schemeClr val="accent6"/>
                </a:solidFill>
              </a:rPr>
              <a:t>Monthly subscription</a:t>
            </a:r>
            <a:endParaRPr lang="en-US" sz="1400" dirty="0"/>
          </a:p>
        </p:txBody>
      </p:sp>
      <p:sp>
        <p:nvSpPr>
          <p:cNvPr id="19" name="text_221"/>
          <p:cNvSpPr txBox="1"/>
          <p:nvPr/>
        </p:nvSpPr>
        <p:spPr>
          <a:xfrm>
            <a:off x="4657344" y="3703320"/>
            <a:ext cx="2965704" cy="1600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bg1"/>
                </a:solidFill>
              </a:rPr>
              <a:t>Full trigger report</a:t>
            </a:r>
            <a:endParaRPr lang="en-US" sz="1500" dirty="0"/>
          </a:p>
          <a:p>
            <a:pPr marL="203200" indent="-203200">
              <a:spcAft>
                <a:spcPts val="800"/>
              </a:spcAft>
              <a:buSzPct val="100000"/>
              <a:buChar char="•"/>
            </a:pPr>
            <a:r>
              <a:rPr lang="en-US" sz="1500" dirty="0">
                <a:solidFill>
                  <a:schemeClr val="bg1"/>
                </a:solidFill>
              </a:rPr>
              <a:t>Advanced trends and analytics</a:t>
            </a:r>
            <a:endParaRPr lang="en-US" sz="1500" dirty="0"/>
          </a:p>
          <a:p>
            <a:pPr marL="203200" indent="-203200">
              <a:spcAft>
                <a:spcPts val="800"/>
              </a:spcAft>
              <a:buSzPct val="100000"/>
              <a:buChar char="•"/>
            </a:pPr>
            <a:r>
              <a:rPr lang="en-US" sz="1500" dirty="0">
                <a:solidFill>
                  <a:schemeClr val="bg1"/>
                </a:solidFill>
              </a:rPr>
              <a:t>Personal prevention plans</a:t>
            </a:r>
            <a:endParaRPr lang="en-US" sz="1500" dirty="0"/>
          </a:p>
        </p:txBody>
      </p:sp>
      <p:sp>
        <p:nvSpPr>
          <p:cNvPr id="20" name="shape_222"/>
          <p:cNvSpPr/>
          <p:nvPr/>
        </p:nvSpPr>
        <p:spPr>
          <a:xfrm>
            <a:off x="8125968" y="1600200"/>
            <a:ext cx="3514344" cy="3611880"/>
          </a:xfrm>
          <a:prstGeom prst="roundRect">
            <a:avLst>
              <a:gd name="adj" fmla="val 5204"/>
            </a:avLst>
          </a:prstGeom>
          <a:solidFill>
            <a:schemeClr val="bg1"/>
          </a:solidFill>
          <a:ln/>
          <a:effectLst>
            <a:outerShdw sx="100000" sy="100000" kx="0" ky="0" algn="bl" rotWithShape="0" blurRad="127000" dist="38100" dir="5400000">
              <a:srgbClr val="1A2340">
                <a:alpha val="8000"/>
              </a:srgbClr>
            </a:outerShdw>
          </a:effectLst>
        </p:spPr>
      </p:sp>
      <p:sp>
        <p:nvSpPr>
          <p:cNvPr id="21" name="shape_223"/>
          <p:cNvSpPr/>
          <p:nvPr/>
        </p:nvSpPr>
        <p:spPr>
          <a:xfrm>
            <a:off x="8446008" y="1920240"/>
            <a:ext cx="658368" cy="658368"/>
          </a:xfrm>
          <a:prstGeom prst="ellipse">
            <a:avLst/>
          </a:prstGeom>
          <a:solidFill>
            <a:schemeClr val="bg2"/>
          </a:solidFill>
          <a:ln/>
        </p:spPr>
      </p:sp>
      <p:pic>
        <p:nvPicPr>
          <p:cNvPr id="22" name="icon_224" descr="Hospital icon">    </p:cNvPr>
          <p:cNvPicPr>
            <a:picLocks noChangeAspect="1"/>
          </p:cNvPicPr>
          <p:nvPr/>
        </p:nvPicPr>
        <p:blipFill>
          <a:blip r:embed="rId3"/>
          <a:stretch>
            <a:fillRect/>
          </a:stretch>
        </p:blipFill>
        <p:spPr>
          <a:xfrm>
            <a:off x="8604016" y="2078248"/>
            <a:ext cx="342351" cy="342351"/>
          </a:xfrm>
          <a:prstGeom prst="rect">
            <a:avLst/>
          </a:prstGeom>
        </p:spPr>
      </p:pic>
      <p:sp>
        <p:nvSpPr>
          <p:cNvPr id="23" name="text_225"/>
          <p:cNvSpPr txBox="1"/>
          <p:nvPr/>
        </p:nvSpPr>
        <p:spPr>
          <a:xfrm>
            <a:off x="8446008" y="2743200"/>
            <a:ext cx="2874264" cy="457200"/>
          </a:xfrm>
          <a:prstGeom prst="rect">
            <a:avLst/>
          </a:prstGeom>
          <a:noFill/>
          <a:ln/>
        </p:spPr>
        <p:txBody>
          <a:bodyPr wrap="square" lIns="0" tIns="0" rIns="0" bIns="0" rtlCol="0" anchor="ctr"/>
          <a:lstStyle/>
          <a:p>
            <a:pPr indent="0" marL="0">
              <a:buNone/>
            </a:pPr>
            <a:r>
              <a:rPr lang="en-US" sz="2400" b="1" dirty="0">
                <a:solidFill>
                  <a:schemeClr val="tx1"/>
                </a:solidFill>
                <a:latin typeface="Arial" pitchFamily="34" charset="0"/>
                <a:ea typeface="Arial" pitchFamily="34" charset="-122"/>
                <a:cs typeface="Arial" pitchFamily="34" charset="-120"/>
              </a:rPr>
              <a:t>Clinic</a:t>
            </a:r>
            <a:endParaRPr lang="en-US" sz="2400" dirty="0"/>
          </a:p>
        </p:txBody>
      </p:sp>
      <p:sp>
        <p:nvSpPr>
          <p:cNvPr id="24" name="text_226"/>
          <p:cNvSpPr txBox="1"/>
          <p:nvPr/>
        </p:nvSpPr>
        <p:spPr>
          <a:xfrm>
            <a:off x="8446008" y="3200400"/>
            <a:ext cx="2874264" cy="320040"/>
          </a:xfrm>
          <a:prstGeom prst="rect">
            <a:avLst/>
          </a:prstGeom>
          <a:noFill/>
          <a:ln/>
        </p:spPr>
        <p:txBody>
          <a:bodyPr wrap="square" lIns="0" tIns="0" rIns="0" bIns="0" rtlCol="0" anchor="ctr"/>
          <a:lstStyle/>
          <a:p>
            <a:pPr indent="0" marL="0">
              <a:buNone/>
            </a:pPr>
            <a:r>
              <a:rPr lang="en-US" sz="1400" b="1" dirty="0">
                <a:solidFill>
                  <a:schemeClr val="accent1"/>
                </a:solidFill>
              </a:rPr>
              <a:t>Per-clinic license</a:t>
            </a:r>
            <a:endParaRPr lang="en-US" sz="1400" dirty="0"/>
          </a:p>
        </p:txBody>
      </p:sp>
      <p:sp>
        <p:nvSpPr>
          <p:cNvPr id="25" name="text_227"/>
          <p:cNvSpPr txBox="1"/>
          <p:nvPr/>
        </p:nvSpPr>
        <p:spPr>
          <a:xfrm>
            <a:off x="8446008" y="3703320"/>
            <a:ext cx="2965704" cy="1600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Web dashboard for consenting patients</a:t>
            </a:r>
            <a:endParaRPr lang="en-US" sz="1500" dirty="0"/>
          </a:p>
          <a:p>
            <a:pPr marL="203200" indent="-203200">
              <a:spcAft>
                <a:spcPts val="800"/>
              </a:spcAft>
              <a:buSzPct val="100000"/>
              <a:buChar char="•"/>
            </a:pPr>
            <a:r>
              <a:rPr lang="en-US" sz="1500" dirty="0">
                <a:solidFill>
                  <a:schemeClr val="tx1"/>
                </a:solidFill>
              </a:rPr>
              <a:t>Doctor-set trigger thresholds</a:t>
            </a:r>
            <a:endParaRPr lang="en-US" sz="1500" dirty="0"/>
          </a:p>
          <a:p>
            <a:pPr marL="203200" indent="-203200">
              <a:spcAft>
                <a:spcPts val="800"/>
              </a:spcAft>
              <a:buSzPct val="100000"/>
              <a:buChar char="•"/>
            </a:pPr>
            <a:r>
              <a:rPr lang="en-US" sz="1500" dirty="0">
                <a:solidFill>
                  <a:schemeClr val="tx1"/>
                </a:solidFill>
              </a:rPr>
              <a:t>Better follow-ups between visits</a:t>
            </a:r>
            <a:endParaRPr lang="en-US" sz="1500" dirty="0"/>
          </a:p>
        </p:txBody>
      </p:sp>
      <p:sp>
        <p:nvSpPr>
          <p:cNvPr id="26" name="text_228"/>
          <p:cNvSpPr txBox="1"/>
          <p:nvPr/>
        </p:nvSpPr>
        <p:spPr>
          <a:xfrm>
            <a:off x="548640" y="5486400"/>
            <a:ext cx="11064240" cy="411480"/>
          </a:xfrm>
          <a:prstGeom prst="rect">
            <a:avLst/>
          </a:prstGeom>
          <a:noFill/>
          <a:ln/>
        </p:spPr>
        <p:txBody>
          <a:bodyPr wrap="square" lIns="0" tIns="0" rIns="0" bIns="0" rtlCol="0" anchor="ctr"/>
          <a:lstStyle/>
          <a:p>
            <a:pPr indent="0" marL="0">
              <a:buNone/>
            </a:pPr>
            <a:r>
              <a:rPr lang="en-US" sz="1600" b="1" dirty="0">
                <a:solidFill>
                  <a:schemeClr val="tx1"/>
                </a:solidFill>
              </a:rPr>
              <a:t>Free builds the habit</a:t>
            </a:r>
            <a:pPr indent="0" marL="0">
              <a:buNone/>
            </a:pPr>
            <a:r>
              <a:rPr lang="en-US" sz="1600" dirty="0">
                <a:solidFill>
                  <a:schemeClr val="accent1"/>
                </a:solidFill>
              </a:rPr>
              <a:t>   →   </a:t>
            </a:r>
            <a:pPr indent="0" marL="0">
              <a:buNone/>
            </a:pPr>
            <a:r>
              <a:rPr lang="en-US" sz="1600" b="1" dirty="0">
                <a:solidFill>
                  <a:schemeClr val="tx1"/>
                </a:solidFill>
              </a:rPr>
              <a:t>Premium monetizes insight</a:t>
            </a:r>
            <a:pPr indent="0" marL="0">
              <a:buNone/>
            </a:pPr>
            <a:r>
              <a:rPr lang="en-US" sz="1600" dirty="0">
                <a:solidFill>
                  <a:schemeClr val="accent1"/>
                </a:solidFill>
              </a:rPr>
              <a:t>   →   </a:t>
            </a:r>
            <a:pPr indent="0" marL="0">
              <a:buNone/>
            </a:pPr>
            <a:r>
              <a:rPr lang="en-US" sz="1600" b="1" dirty="0">
                <a:solidFill>
                  <a:schemeClr val="tx1"/>
                </a:solidFill>
              </a:rPr>
              <a:t>Clinics add trust and reach</a:t>
            </a:r>
            <a:endParaRPr lang="en-US" sz="16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additive="base">
                                        <p:cTn id="8"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600" fill="hold" decel="100000"/>
                                        <p:tgtEl>
                                          <p:spTgt spid="6"/>
                                        </p:tgtEl>
                                        <p:attrNameLst>
                                          <p:attrName>ppt_y</p:attrName>
                                        </p:attrNameLst>
                                      </p:cBhvr>
                                      <p:tavLst>
                                        <p:tav tm="0">
                                          <p:val>
                                            <p:strVal val="#ppt_y+0.05"/>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600"/>
                                        <p:tgtEl>
                                          <p:spTgt spid="7"/>
                                        </p:tgtEl>
                                      </p:cBhvr>
                                    </p:animEffect>
                                    <p:anim calcmode="lin" valueType="num">
                                      <p:cBhvr additive="base">
                                        <p:cTn id="13"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14" dur="600" fill="hold" decel="100000"/>
                                        <p:tgtEl>
                                          <p:spTgt spid="7"/>
                                        </p:tgtEl>
                                        <p:attrNameLst>
                                          <p:attrName>ppt_y</p:attrName>
                                        </p:attrNameLst>
                                      </p:cBhvr>
                                      <p:tavLst>
                                        <p:tav tm="0">
                                          <p:val>
                                            <p:strVal val="#ppt_y+0.05"/>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
                                        <p:tgtEl>
                                          <p:spTgt spid="8"/>
                                        </p:tgtEl>
                                      </p:cBhvr>
                                    </p:animEffect>
                                    <p:anim calcmode="lin" valueType="num">
                                      <p:cBhvr additive="base">
                                        <p:cTn id="18" dur="600" fill="hold" decel="100000"/>
                                        <p:tgtEl>
                                          <p:spTgt spid="8"/>
                                        </p:tgtEl>
                                        <p:attrNameLst>
                                          <p:attrName>ppt_x</p:attrName>
                                        </p:attrNameLst>
                                      </p:cBhvr>
                                      <p:tavLst>
                                        <p:tav tm="0">
                                          <p:val>
                                            <p:strVal val="#ppt_x"/>
                                          </p:val>
                                        </p:tav>
                                        <p:tav tm="100000">
                                          <p:val>
                                            <p:strVal val="#ppt_x"/>
                                          </p:val>
                                        </p:tav>
                                      </p:tavLst>
                                    </p:anim>
                                    <p:anim calcmode="lin" valueType="num">
                                      <p:cBhvr additive="base">
                                        <p:cTn id="19" dur="600" fill="hold" decel="100000"/>
                                        <p:tgtEl>
                                          <p:spTgt spid="8"/>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1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additive="base">
                                        <p:cTn id="23"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500" fill="hold" decel="100000"/>
                                        <p:tgtEl>
                                          <p:spTgt spid="9"/>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10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additive="base">
                                        <p:cTn id="28"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500" fill="hold" decel="100000"/>
                                        <p:tgtEl>
                                          <p:spTgt spid="10"/>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p:stCondLst>
                                    <p:cond delay="2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additive="base">
                                        <p:cTn id="33" dur="50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500" fill="hold" decel="100000"/>
                                        <p:tgtEl>
                                          <p:spTgt spid="11"/>
                                        </p:tgtEl>
                                        <p:attrNameLst>
                                          <p:attrName>ppt_y</p:attrName>
                                        </p:attrNameLst>
                                      </p:cBhvr>
                                      <p:tavLst>
                                        <p:tav tm="0">
                                          <p:val>
                                            <p:strVal val="#ppt_y+0.05"/>
                                          </p:val>
                                        </p:tav>
                                        <p:tav tm="100000">
                                          <p:val>
                                            <p:strVal val="#ppt_y"/>
                                          </p:val>
                                        </p:tav>
                                      </p:tavLst>
                                    </p:anim>
                                  </p:childTnLst>
                                </p:cTn>
                              </p:par>
                              <p:par>
                                <p:cTn id="35" presetID="42" presetClass="entr" presetSubtype="0" fill="hold" grpId="0" nodeType="withEffect">
                                  <p:stCondLst>
                                    <p:cond delay="2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600"/>
                                        <p:tgtEl>
                                          <p:spTgt spid="12"/>
                                        </p:tgtEl>
                                      </p:cBhvr>
                                    </p:animEffect>
                                    <p:anim calcmode="lin" valueType="num">
                                      <p:cBhvr additive="base">
                                        <p:cTn id="38" dur="600" fill="hold" decel="100000"/>
                                        <p:tgtEl>
                                          <p:spTgt spid="12"/>
                                        </p:tgtEl>
                                        <p:attrNameLst>
                                          <p:attrName>ppt_x</p:attrName>
                                        </p:attrNameLst>
                                      </p:cBhvr>
                                      <p:tavLst>
                                        <p:tav tm="0">
                                          <p:val>
                                            <p:strVal val="#ppt_x"/>
                                          </p:val>
                                        </p:tav>
                                        <p:tav tm="100000">
                                          <p:val>
                                            <p:strVal val="#ppt_x"/>
                                          </p:val>
                                        </p:tav>
                                      </p:tavLst>
                                    </p:anim>
                                    <p:anim calcmode="lin" valueType="num">
                                      <p:cBhvr additive="base">
                                        <p:cTn id="39" dur="600" fill="hold" decel="100000"/>
                                        <p:tgtEl>
                                          <p:spTgt spid="12"/>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p:stCondLst>
                                    <p:cond delay="25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600"/>
                                        <p:tgtEl>
                                          <p:spTgt spid="13"/>
                                        </p:tgtEl>
                                      </p:cBhvr>
                                    </p:animEffect>
                                    <p:anim calcmode="lin" valueType="num">
                                      <p:cBhvr additive="base">
                                        <p:cTn id="43" dur="600" fill="hold" decel="100000"/>
                                        <p:tgtEl>
                                          <p:spTgt spid="13"/>
                                        </p:tgtEl>
                                        <p:attrNameLst>
                                          <p:attrName>ppt_x</p:attrName>
                                        </p:attrNameLst>
                                      </p:cBhvr>
                                      <p:tavLst>
                                        <p:tav tm="0">
                                          <p:val>
                                            <p:strVal val="#ppt_x"/>
                                          </p:val>
                                        </p:tav>
                                        <p:tav tm="100000">
                                          <p:val>
                                            <p:strVal val="#ppt_x"/>
                                          </p:val>
                                        </p:tav>
                                      </p:tavLst>
                                    </p:anim>
                                    <p:anim calcmode="lin" valueType="num">
                                      <p:cBhvr additive="base">
                                        <p:cTn id="44" dur="600" fill="hold" decel="100000"/>
                                        <p:tgtEl>
                                          <p:spTgt spid="13"/>
                                        </p:tgtEl>
                                        <p:attrNameLst>
                                          <p:attrName>ppt_y</p:attrName>
                                        </p:attrNameLst>
                                      </p:cBhvr>
                                      <p:tavLst>
                                        <p:tav tm="0">
                                          <p:val>
                                            <p:strVal val="#ppt_y+0.05"/>
                                          </p:val>
                                        </p:tav>
                                        <p:tav tm="100000">
                                          <p:val>
                                            <p:strVal val="#ppt_y"/>
                                          </p:val>
                                        </p:tav>
                                      </p:tavLst>
                                    </p:anim>
                                  </p:childTnLst>
                                </p:cTn>
                              </p:par>
                              <p:par>
                                <p:cTn id="45" presetID="42" presetClass="entr" presetSubtype="0" fill="hold" grpId="0" nodeType="withEffect">
                                  <p:stCondLst>
                                    <p:cond delay="25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600"/>
                                        <p:tgtEl>
                                          <p:spTgt spid="14"/>
                                        </p:tgtEl>
                                      </p:cBhvr>
                                    </p:animEffect>
                                    <p:anim calcmode="lin" valueType="num">
                                      <p:cBhvr additive="base">
                                        <p:cTn id="48" dur="600" fill="hold" decel="100000"/>
                                        <p:tgtEl>
                                          <p:spTgt spid="14"/>
                                        </p:tgtEl>
                                        <p:attrNameLst>
                                          <p:attrName>ppt_x</p:attrName>
                                        </p:attrNameLst>
                                      </p:cBhvr>
                                      <p:tavLst>
                                        <p:tav tm="0">
                                          <p:val>
                                            <p:strVal val="#ppt_x"/>
                                          </p:val>
                                        </p:tav>
                                        <p:tav tm="100000">
                                          <p:val>
                                            <p:strVal val="#ppt_x"/>
                                          </p:val>
                                        </p:tav>
                                      </p:tavLst>
                                    </p:anim>
                                    <p:anim calcmode="lin" valueType="num">
                                      <p:cBhvr additive="base">
                                        <p:cTn id="49" dur="600" fill="hold" decel="100000"/>
                                        <p:tgtEl>
                                          <p:spTgt spid="14"/>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p:stCondLst>
                                    <p:cond delay="3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anim calcmode="lin" valueType="num">
                                      <p:cBhvr additive="base">
                                        <p:cTn id="53"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54" dur="500" fill="hold" decel="100000"/>
                                        <p:tgtEl>
                                          <p:spTgt spid="17"/>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p:stCondLst>
                                    <p:cond delay="35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anim calcmode="lin" valueType="num">
                                      <p:cBhvr additive="base">
                                        <p:cTn id="58"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59" dur="500" fill="hold" decel="100000"/>
                                        <p:tgtEl>
                                          <p:spTgt spid="18"/>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45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additive="base">
                                        <p:cTn id="63"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64" dur="500" fill="hold" decel="100000"/>
                                        <p:tgtEl>
                                          <p:spTgt spid="19"/>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p:stCondLst>
                                    <p:cond delay="50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600"/>
                                        <p:tgtEl>
                                          <p:spTgt spid="20"/>
                                        </p:tgtEl>
                                      </p:cBhvr>
                                    </p:animEffect>
                                    <p:anim calcmode="lin" valueType="num">
                                      <p:cBhvr additive="base">
                                        <p:cTn id="68" dur="600" fill="hold" decel="100000"/>
                                        <p:tgtEl>
                                          <p:spTgt spid="20"/>
                                        </p:tgtEl>
                                        <p:attrNameLst>
                                          <p:attrName>ppt_x</p:attrName>
                                        </p:attrNameLst>
                                      </p:cBhvr>
                                      <p:tavLst>
                                        <p:tav tm="0">
                                          <p:val>
                                            <p:strVal val="#ppt_x"/>
                                          </p:val>
                                        </p:tav>
                                        <p:tav tm="100000">
                                          <p:val>
                                            <p:strVal val="#ppt_x"/>
                                          </p:val>
                                        </p:tav>
                                      </p:tavLst>
                                    </p:anim>
                                    <p:anim calcmode="lin" valueType="num">
                                      <p:cBhvr additive="base">
                                        <p:cTn id="69" dur="600" fill="hold" decel="100000"/>
                                        <p:tgtEl>
                                          <p:spTgt spid="20"/>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600"/>
                                        <p:tgtEl>
                                          <p:spTgt spid="21"/>
                                        </p:tgtEl>
                                      </p:cBhvr>
                                    </p:animEffect>
                                    <p:anim calcmode="lin" valueType="num">
                                      <p:cBhvr additive="base">
                                        <p:cTn id="73" dur="600" fill="hold" decel="100000"/>
                                        <p:tgtEl>
                                          <p:spTgt spid="21"/>
                                        </p:tgtEl>
                                        <p:attrNameLst>
                                          <p:attrName>ppt_x</p:attrName>
                                        </p:attrNameLst>
                                      </p:cBhvr>
                                      <p:tavLst>
                                        <p:tav tm="0">
                                          <p:val>
                                            <p:strVal val="#ppt_x"/>
                                          </p:val>
                                        </p:tav>
                                        <p:tav tm="100000">
                                          <p:val>
                                            <p:strVal val="#ppt_x"/>
                                          </p:val>
                                        </p:tav>
                                      </p:tavLst>
                                    </p:anim>
                                    <p:anim calcmode="lin" valueType="num">
                                      <p:cBhvr additive="base">
                                        <p:cTn id="74" dur="600" fill="hold" decel="100000"/>
                                        <p:tgtEl>
                                          <p:spTgt spid="21"/>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5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anim calcmode="lin" valueType="num">
                                      <p:cBhvr additive="base">
                                        <p:cTn id="78" dur="600" fill="hold" decel="100000"/>
                                        <p:tgtEl>
                                          <p:spTgt spid="22"/>
                                        </p:tgtEl>
                                        <p:attrNameLst>
                                          <p:attrName>ppt_x</p:attrName>
                                        </p:attrNameLst>
                                      </p:cBhvr>
                                      <p:tavLst>
                                        <p:tav tm="0">
                                          <p:val>
                                            <p:strVal val="#ppt_x"/>
                                          </p:val>
                                        </p:tav>
                                        <p:tav tm="100000">
                                          <p:val>
                                            <p:strVal val="#ppt_x"/>
                                          </p:val>
                                        </p:tav>
                                      </p:tavLst>
                                    </p:anim>
                                    <p:anim calcmode="lin" valueType="num">
                                      <p:cBhvr additive="base">
                                        <p:cTn id="79" dur="600" fill="hold" decel="100000"/>
                                        <p:tgtEl>
                                          <p:spTgt spid="22"/>
                                        </p:tgtEl>
                                        <p:attrNameLst>
                                          <p:attrName>ppt_y</p:attrName>
                                        </p:attrNameLst>
                                      </p:cBhvr>
                                      <p:tavLst>
                                        <p:tav tm="0">
                                          <p:val>
                                            <p:strVal val="#ppt_y+0.05"/>
                                          </p:val>
                                        </p:tav>
                                        <p:tav tm="100000">
                                          <p:val>
                                            <p:strVal val="#ppt_y"/>
                                          </p:val>
                                        </p:tav>
                                      </p:tavLst>
                                    </p:anim>
                                  </p:childTnLst>
                                </p:cTn>
                              </p:par>
                              <p:par>
                                <p:cTn id="80" presetID="42" presetClass="entr" presetSubtype="0" fill="hold" grpId="0" nodeType="withEffect">
                                  <p:stCondLst>
                                    <p:cond delay="600"/>
                                  </p:stCondLst>
                                  <p:childTnLst>
                                    <p:set>
                                      <p:cBhvr>
                                        <p:cTn id="81" dur="1" fill="hold">
                                          <p:stCondLst>
                                            <p:cond delay="0"/>
                                          </p:stCondLst>
                                        </p:cTn>
                                        <p:tgtEl>
                                          <p:spTgt spid="23"/>
                                        </p:tgtEl>
                                        <p:attrNameLst>
                                          <p:attrName>style.visibility</p:attrName>
                                        </p:attrNameLst>
                                      </p:cBhvr>
                                      <p:to>
                                        <p:strVal val="visible"/>
                                      </p:to>
                                    </p:set>
                                    <p:animEffect transition="in" filter="fade">
                                      <p:cBhvr>
                                        <p:cTn id="82" dur="500"/>
                                        <p:tgtEl>
                                          <p:spTgt spid="23"/>
                                        </p:tgtEl>
                                      </p:cBhvr>
                                    </p:animEffect>
                                    <p:anim calcmode="lin" valueType="num">
                                      <p:cBhvr additive="base">
                                        <p:cTn id="83" dur="500" fill="hold" decel="100000"/>
                                        <p:tgtEl>
                                          <p:spTgt spid="23"/>
                                        </p:tgtEl>
                                        <p:attrNameLst>
                                          <p:attrName>ppt_x</p:attrName>
                                        </p:attrNameLst>
                                      </p:cBhvr>
                                      <p:tavLst>
                                        <p:tav tm="0">
                                          <p:val>
                                            <p:strVal val="#ppt_x"/>
                                          </p:val>
                                        </p:tav>
                                        <p:tav tm="100000">
                                          <p:val>
                                            <p:strVal val="#ppt_x"/>
                                          </p:val>
                                        </p:tav>
                                      </p:tavLst>
                                    </p:anim>
                                    <p:anim calcmode="lin" valueType="num">
                                      <p:cBhvr additive="base">
                                        <p:cTn id="84" dur="500" fill="hold" decel="100000"/>
                                        <p:tgtEl>
                                          <p:spTgt spid="23"/>
                                        </p:tgtEl>
                                        <p:attrNameLst>
                                          <p:attrName>ppt_y</p:attrName>
                                        </p:attrNameLst>
                                      </p:cBhvr>
                                      <p:tavLst>
                                        <p:tav tm="0">
                                          <p:val>
                                            <p:strVal val="#ppt_y+0.05"/>
                                          </p:val>
                                        </p:tav>
                                        <p:tav tm="100000">
                                          <p:val>
                                            <p:strVal val="#ppt_y"/>
                                          </p:val>
                                        </p:tav>
                                      </p:tavLst>
                                    </p:anim>
                                  </p:childTnLst>
                                </p:cTn>
                              </p:par>
                              <p:par>
                                <p:cTn id="85" presetID="42" presetClass="entr" presetSubtype="0" fill="hold" grpId="0" nodeType="withEffect">
                                  <p:stCondLst>
                                    <p:cond delay="600"/>
                                  </p:stCondLst>
                                  <p:childTnLst>
                                    <p:set>
                                      <p:cBhvr>
                                        <p:cTn id="86" dur="1" fill="hold">
                                          <p:stCondLst>
                                            <p:cond delay="0"/>
                                          </p:stCondLst>
                                        </p:cTn>
                                        <p:tgtEl>
                                          <p:spTgt spid="24"/>
                                        </p:tgtEl>
                                        <p:attrNameLst>
                                          <p:attrName>style.visibility</p:attrName>
                                        </p:attrNameLst>
                                      </p:cBhvr>
                                      <p:to>
                                        <p:strVal val="visible"/>
                                      </p:to>
                                    </p:set>
                                    <p:animEffect transition="in" filter="fade">
                                      <p:cBhvr>
                                        <p:cTn id="87" dur="500"/>
                                        <p:tgtEl>
                                          <p:spTgt spid="24"/>
                                        </p:tgtEl>
                                      </p:cBhvr>
                                    </p:animEffect>
                                    <p:anim calcmode="lin" valueType="num">
                                      <p:cBhvr additive="base">
                                        <p:cTn id="88" dur="500" fill="hold" decel="100000"/>
                                        <p:tgtEl>
                                          <p:spTgt spid="24"/>
                                        </p:tgtEl>
                                        <p:attrNameLst>
                                          <p:attrName>ppt_x</p:attrName>
                                        </p:attrNameLst>
                                      </p:cBhvr>
                                      <p:tavLst>
                                        <p:tav tm="0">
                                          <p:val>
                                            <p:strVal val="#ppt_x"/>
                                          </p:val>
                                        </p:tav>
                                        <p:tav tm="100000">
                                          <p:val>
                                            <p:strVal val="#ppt_x"/>
                                          </p:val>
                                        </p:tav>
                                      </p:tavLst>
                                    </p:anim>
                                    <p:anim calcmode="lin" valueType="num">
                                      <p:cBhvr additive="base">
                                        <p:cTn id="89" dur="500" fill="hold" decel="100000"/>
                                        <p:tgtEl>
                                          <p:spTgt spid="24"/>
                                        </p:tgtEl>
                                        <p:attrNameLst>
                                          <p:attrName>ppt_y</p:attrName>
                                        </p:attrNameLst>
                                      </p:cBhvr>
                                      <p:tavLst>
                                        <p:tav tm="0">
                                          <p:val>
                                            <p:strVal val="#ppt_y+0.05"/>
                                          </p:val>
                                        </p:tav>
                                        <p:tav tm="100000">
                                          <p:val>
                                            <p:strVal val="#ppt_y"/>
                                          </p:val>
                                        </p:tav>
                                      </p:tavLst>
                                    </p:anim>
                                  </p:childTnLst>
                                </p:cTn>
                              </p:par>
                              <p:par>
                                <p:cTn id="90" presetID="53" presetClass="entr" presetSubtype="16" fill="hold" grpId="0" nodeType="withEffect">
                                  <p:stCondLst>
                                    <p:cond delay="650"/>
                                  </p:stCondLst>
                                  <p:childTnLst>
                                    <p:set>
                                      <p:cBhvr>
                                        <p:cTn id="91" dur="1" fill="hold">
                                          <p:stCondLst>
                                            <p:cond delay="0"/>
                                          </p:stCondLst>
                                        </p:cTn>
                                        <p:tgtEl>
                                          <p:spTgt spid="15"/>
                                        </p:tgtEl>
                                        <p:attrNameLst>
                                          <p:attrName>style.visibility</p:attrName>
                                        </p:attrNameLst>
                                      </p:cBhvr>
                                      <p:to>
                                        <p:strVal val="visible"/>
                                      </p:to>
                                    </p:set>
                                    <p:anim calcmode="lin" valueType="num">
                                      <p:cBhvr additive="base">
                                        <p:cTn id="92" dur="400" fill="hold" decel="100000"/>
                                        <p:tgtEl>
                                          <p:spTgt spid="15"/>
                                        </p:tgtEl>
                                        <p:attrNameLst>
                                          <p:attrName>ppt_w</p:attrName>
                                        </p:attrNameLst>
                                      </p:cBhvr>
                                      <p:tavLst>
                                        <p:tav tm="0">
                                          <p:val>
                                            <p:strVal val="0"/>
                                          </p:val>
                                        </p:tav>
                                        <p:tav tm="100000">
                                          <p:val>
                                            <p:strVal val="#ppt_w"/>
                                          </p:val>
                                        </p:tav>
                                      </p:tavLst>
                                    </p:anim>
                                    <p:anim calcmode="lin" valueType="num">
                                      <p:cBhvr additive="base">
                                        <p:cTn id="93" dur="400" fill="hold" decel="100000"/>
                                        <p:tgtEl>
                                          <p:spTgt spid="15"/>
                                        </p:tgtEl>
                                        <p:attrNameLst>
                                          <p:attrName>ppt_h</p:attrName>
                                        </p:attrNameLst>
                                      </p:cBhvr>
                                      <p:tavLst>
                                        <p:tav tm="0">
                                          <p:val>
                                            <p:strVal val="0"/>
                                          </p:val>
                                        </p:tav>
                                        <p:tav tm="100000">
                                          <p:val>
                                            <p:strVal val="#ppt_h"/>
                                          </p:val>
                                        </p:tav>
                                      </p:tavLst>
                                    </p:anim>
                                    <p:animEffect transition="in" filter="fade">
                                      <p:cBhvr>
                                        <p:cTn id="94" dur="400"/>
                                        <p:tgtEl>
                                          <p:spTgt spid="15"/>
                                        </p:tgtEl>
                                      </p:cBhvr>
                                    </p:animEffect>
                                  </p:childTnLst>
                                </p:cTn>
                              </p:par>
                              <p:par>
                                <p:cTn id="95" presetID="53" presetClass="entr" presetSubtype="16" fill="hold" grpId="0" nodeType="withEffect">
                                  <p:stCondLst>
                                    <p:cond delay="650"/>
                                  </p:stCondLst>
                                  <p:childTnLst>
                                    <p:set>
                                      <p:cBhvr>
                                        <p:cTn id="96" dur="1" fill="hold">
                                          <p:stCondLst>
                                            <p:cond delay="0"/>
                                          </p:stCondLst>
                                        </p:cTn>
                                        <p:tgtEl>
                                          <p:spTgt spid="16"/>
                                        </p:tgtEl>
                                        <p:attrNameLst>
                                          <p:attrName>style.visibility</p:attrName>
                                        </p:attrNameLst>
                                      </p:cBhvr>
                                      <p:to>
                                        <p:strVal val="visible"/>
                                      </p:to>
                                    </p:set>
                                    <p:anim calcmode="lin" valueType="num">
                                      <p:cBhvr additive="base">
                                        <p:cTn id="97" dur="400" fill="hold" decel="100000"/>
                                        <p:tgtEl>
                                          <p:spTgt spid="16"/>
                                        </p:tgtEl>
                                        <p:attrNameLst>
                                          <p:attrName>ppt_w</p:attrName>
                                        </p:attrNameLst>
                                      </p:cBhvr>
                                      <p:tavLst>
                                        <p:tav tm="0">
                                          <p:val>
                                            <p:strVal val="0"/>
                                          </p:val>
                                        </p:tav>
                                        <p:tav tm="100000">
                                          <p:val>
                                            <p:strVal val="#ppt_w"/>
                                          </p:val>
                                        </p:tav>
                                      </p:tavLst>
                                    </p:anim>
                                    <p:anim calcmode="lin" valueType="num">
                                      <p:cBhvr additive="base">
                                        <p:cTn id="98" dur="400" fill="hold" decel="100000"/>
                                        <p:tgtEl>
                                          <p:spTgt spid="16"/>
                                        </p:tgtEl>
                                        <p:attrNameLst>
                                          <p:attrName>ppt_h</p:attrName>
                                        </p:attrNameLst>
                                      </p:cBhvr>
                                      <p:tavLst>
                                        <p:tav tm="0">
                                          <p:val>
                                            <p:strVal val="0"/>
                                          </p:val>
                                        </p:tav>
                                        <p:tav tm="100000">
                                          <p:val>
                                            <p:strVal val="#ppt_h"/>
                                          </p:val>
                                        </p:tav>
                                      </p:tavLst>
                                    </p:anim>
                                    <p:animEffect transition="in" filter="fade">
                                      <p:cBhvr>
                                        <p:cTn id="99" dur="400"/>
                                        <p:tgtEl>
                                          <p:spTgt spid="16"/>
                                        </p:tgtEl>
                                      </p:cBhvr>
                                    </p:animEffect>
                                  </p:childTnLst>
                                </p:cTn>
                              </p:par>
                              <p:par>
                                <p:cTn id="100" presetID="42" presetClass="entr" presetSubtype="0" fill="hold" grpId="0" nodeType="withEffect">
                                  <p:stCondLst>
                                    <p:cond delay="7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500"/>
                                        <p:tgtEl>
                                          <p:spTgt spid="25"/>
                                        </p:tgtEl>
                                      </p:cBhvr>
                                    </p:animEffect>
                                    <p:anim calcmode="lin" valueType="num">
                                      <p:cBhvr additive="base">
                                        <p:cTn id="103" dur="500" fill="hold" decel="100000"/>
                                        <p:tgtEl>
                                          <p:spTgt spid="25"/>
                                        </p:tgtEl>
                                        <p:attrNameLst>
                                          <p:attrName>ppt_x</p:attrName>
                                        </p:attrNameLst>
                                      </p:cBhvr>
                                      <p:tavLst>
                                        <p:tav tm="0">
                                          <p:val>
                                            <p:strVal val="#ppt_x"/>
                                          </p:val>
                                        </p:tav>
                                        <p:tav tm="100000">
                                          <p:val>
                                            <p:strVal val="#ppt_x"/>
                                          </p:val>
                                        </p:tav>
                                      </p:tavLst>
                                    </p:anim>
                                    <p:anim calcmode="lin" valueType="num">
                                      <p:cBhvr additive="base">
                                        <p:cTn id="104" dur="500" fill="hold" decel="100000"/>
                                        <p:tgtEl>
                                          <p:spTgt spid="25"/>
                                        </p:tgtEl>
                                        <p:attrNameLst>
                                          <p:attrName>ppt_y</p:attrName>
                                        </p:attrNameLst>
                                      </p:cBhvr>
                                      <p:tavLst>
                                        <p:tav tm="0">
                                          <p:val>
                                            <p:strVal val="#ppt_y+0.05"/>
                                          </p:val>
                                        </p:tav>
                                        <p:tav tm="100000">
                                          <p:val>
                                            <p:strVal val="#ppt_y"/>
                                          </p:val>
                                        </p:tav>
                                      </p:tavLst>
                                    </p:anim>
                                  </p:childTnLst>
                                </p:cTn>
                              </p:par>
                              <p:par>
                                <p:cTn id="105" presetID="10" presetClass="entr" presetSubtype="0" fill="hold" grpId="0" nodeType="withEffect">
                                  <p:stCondLst>
                                    <p:cond delay="1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3" grpId="0" animBg="1"/>
      <p:bldP spid="17" grpId="0" animBg="1"/>
      <p:bldP spid="18" grpId="0" animBg="1"/>
      <p:bldP spid="19" grpId="0" animBg="1"/>
      <p:bldP spid="20" grpId="0" animBg="1"/>
      <p:bldP spid="21" grpId="0" animBg="1"/>
      <p:bldP spid="23" grpId="0" animBg="1"/>
      <p:bldP spid="24" grpId="0" animBg="1"/>
      <p:bldP spid="15" grpId="0" animBg="1"/>
      <p:bldP spid="16" grpId="0" animBg="1"/>
      <p:bldP spid="25" grpId="0" animBg="1"/>
      <p:bldP spid="2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rbA"/>
          <p:cNvSpPr/>
          <p:nvPr/>
        </p:nvSpPr>
        <p:spPr>
          <a:xfrm>
            <a:off x="9692640" y="-2560320"/>
            <a:ext cx="4023360" cy="4023360"/>
          </a:xfrm>
          <a:prstGeom prst="ellipse">
            <a:avLst/>
          </a:prstGeom>
          <a:solidFill>
            <a:schemeClr val="bg2"/>
          </a:solidFill>
          <a:ln/>
        </p:spPr>
      </p:sp>
      <p:sp>
        <p:nvSpPr>
          <p:cNvPr id="3" name="!!orbB"/>
          <p:cNvSpPr/>
          <p:nvPr/>
        </p:nvSpPr>
        <p:spPr>
          <a:xfrm>
            <a:off x="-640080" y="5394960"/>
            <a:ext cx="1188720" cy="1188720"/>
          </a:xfrm>
          <a:prstGeom prst="ellipse">
            <a:avLst/>
          </a:prstGeom>
          <a:solidFill>
            <a:schemeClr val="accent2">
              <a:alpha val="15000"/>
            </a:schemeClr>
          </a:solidFill>
          <a:ln/>
        </p:spPr>
      </p:sp>
      <p:sp>
        <p:nvSpPr>
          <p:cNvPr id="4" name="!!orbC"/>
          <p:cNvSpPr/>
          <p:nvPr/>
        </p:nvSpPr>
        <p:spPr>
          <a:xfrm>
            <a:off x="11612880" y="4023360"/>
            <a:ext cx="822960" cy="822960"/>
          </a:xfrm>
          <a:prstGeom prst="ellipse">
            <a:avLst/>
          </a:prstGeom>
          <a:solidFill>
            <a:schemeClr val="accent3">
              <a:alpha val="25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What we’ve built so far</a:t>
            </a:r>
            <a:endParaRPr lang="en-US" sz="3600" dirty="0"/>
          </a:p>
        </p:txBody>
      </p:sp>
      <p:sp>
        <p:nvSpPr>
          <p:cNvPr id="6" name="shape_229"/>
          <p:cNvSpPr/>
          <p:nvPr/>
        </p:nvSpPr>
        <p:spPr>
          <a:xfrm>
            <a:off x="804672" y="2514600"/>
            <a:ext cx="10808208" cy="0"/>
          </a:xfrm>
          <a:prstGeom prst="line">
            <a:avLst/>
          </a:prstGeom>
          <a:noFill/>
          <a:ln w="76200">
            <a:solidFill>
              <a:schemeClr val="bg2"/>
            </a:solidFill>
            <a:prstDash val="solid"/>
          </a:ln>
        </p:spPr>
      </p:sp>
      <p:sp>
        <p:nvSpPr>
          <p:cNvPr id="7" name="shape_230"/>
          <p:cNvSpPr/>
          <p:nvPr/>
        </p:nvSpPr>
        <p:spPr>
          <a:xfrm>
            <a:off x="804672" y="2514600"/>
            <a:ext cx="5660136" cy="0"/>
          </a:xfrm>
          <a:prstGeom prst="line">
            <a:avLst/>
          </a:prstGeom>
          <a:noFill/>
          <a:ln w="76200">
            <a:solidFill>
              <a:schemeClr val="accent1"/>
            </a:solidFill>
            <a:prstDash val="solid"/>
          </a:ln>
        </p:spPr>
      </p:sp>
      <p:sp>
        <p:nvSpPr>
          <p:cNvPr id="8" name="text_231"/>
          <p:cNvSpPr txBox="1"/>
          <p:nvPr/>
        </p:nvSpPr>
        <p:spPr>
          <a:xfrm>
            <a:off x="548640" y="1691640"/>
            <a:ext cx="2601468"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DONE</a:t>
            </a:r>
            <a:endParaRPr lang="en-US" sz="1200" dirty="0"/>
          </a:p>
        </p:txBody>
      </p:sp>
      <p:sp>
        <p:nvSpPr>
          <p:cNvPr id="9" name="shape_232"/>
          <p:cNvSpPr/>
          <p:nvPr/>
        </p:nvSpPr>
        <p:spPr>
          <a:xfrm>
            <a:off x="548640" y="2258568"/>
            <a:ext cx="512064" cy="512064"/>
          </a:xfrm>
          <a:prstGeom prst="ellipse">
            <a:avLst/>
          </a:prstGeom>
          <a:solidFill>
            <a:schemeClr val="accent3"/>
          </a:solidFill>
          <a:ln/>
        </p:spPr>
      </p:sp>
      <p:pic>
        <p:nvPicPr>
          <p:cNvPr id="10" name="icon_233" descr="Check icon">    </p:cNvPr>
          <p:cNvPicPr>
            <a:picLocks noChangeAspect="1"/>
          </p:cNvPicPr>
          <p:nvPr/>
        </p:nvPicPr>
        <p:blipFill>
          <a:blip r:embed="rId1"/>
          <a:stretch>
            <a:fillRect/>
          </a:stretch>
        </p:blipFill>
        <p:spPr>
          <a:xfrm>
            <a:off x="671535" y="2381463"/>
            <a:ext cx="266273" cy="266273"/>
          </a:xfrm>
          <a:prstGeom prst="rect">
            <a:avLst/>
          </a:prstGeom>
        </p:spPr>
      </p:pic>
      <p:sp>
        <p:nvSpPr>
          <p:cNvPr id="11" name="text_234"/>
          <p:cNvSpPr txBox="1"/>
          <p:nvPr/>
        </p:nvSpPr>
        <p:spPr>
          <a:xfrm>
            <a:off x="548640" y="3017520"/>
            <a:ext cx="2601468"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Figma prototype</a:t>
            </a:r>
            <a:endParaRPr lang="en-US" sz="1900" dirty="0"/>
          </a:p>
        </p:txBody>
      </p:sp>
      <p:sp>
        <p:nvSpPr>
          <p:cNvPr id="12" name="text_235"/>
          <p:cNvSpPr txBox="1"/>
          <p:nvPr/>
        </p:nvSpPr>
        <p:spPr>
          <a:xfrm>
            <a:off x="548640" y="3456432"/>
            <a:ext cx="2510028" cy="1188720"/>
          </a:xfrm>
          <a:prstGeom prst="rect">
            <a:avLst/>
          </a:prstGeom>
          <a:noFill/>
          <a:ln/>
        </p:spPr>
        <p:txBody>
          <a:bodyPr wrap="square" lIns="0" tIns="0" rIns="0" bIns="0" rtlCol="0" anchor="t"/>
          <a:lstStyle/>
          <a:p>
            <a:pPr indent="0" marL="0">
              <a:buNone/>
            </a:pPr>
            <a:r>
              <a:rPr lang="en-US" sz="1400" dirty="0">
                <a:solidFill>
                  <a:schemeClr val="tx1"/>
                </a:solidFill>
              </a:rPr>
              <a:t>Eight screens: landing, onboarding, home, log, progress, resources, profile and admin.</a:t>
            </a:r>
            <a:endParaRPr lang="en-US" sz="1400" dirty="0"/>
          </a:p>
        </p:txBody>
      </p:sp>
      <p:sp>
        <p:nvSpPr>
          <p:cNvPr id="13" name="text_236"/>
          <p:cNvSpPr txBox="1"/>
          <p:nvPr/>
        </p:nvSpPr>
        <p:spPr>
          <a:xfrm>
            <a:off x="3378708" y="1691640"/>
            <a:ext cx="2601468"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DONE</a:t>
            </a:r>
            <a:endParaRPr lang="en-US" sz="1200" dirty="0"/>
          </a:p>
        </p:txBody>
      </p:sp>
      <p:sp>
        <p:nvSpPr>
          <p:cNvPr id="14" name="shape_237"/>
          <p:cNvSpPr/>
          <p:nvPr/>
        </p:nvSpPr>
        <p:spPr>
          <a:xfrm>
            <a:off x="3378708" y="2258568"/>
            <a:ext cx="512064" cy="512064"/>
          </a:xfrm>
          <a:prstGeom prst="ellipse">
            <a:avLst/>
          </a:prstGeom>
          <a:solidFill>
            <a:schemeClr val="accent3"/>
          </a:solidFill>
          <a:ln/>
        </p:spPr>
      </p:sp>
      <p:pic>
        <p:nvPicPr>
          <p:cNvPr id="15" name="icon_238" descr="Check icon">    </p:cNvPr>
          <p:cNvPicPr>
            <a:picLocks noChangeAspect="1"/>
          </p:cNvPicPr>
          <p:nvPr/>
        </p:nvPicPr>
        <p:blipFill>
          <a:blip r:embed="rId2"/>
          <a:stretch>
            <a:fillRect/>
          </a:stretch>
        </p:blipFill>
        <p:spPr>
          <a:xfrm>
            <a:off x="3501603" y="2381463"/>
            <a:ext cx="266273" cy="266273"/>
          </a:xfrm>
          <a:prstGeom prst="rect">
            <a:avLst/>
          </a:prstGeom>
        </p:spPr>
      </p:pic>
      <p:sp>
        <p:nvSpPr>
          <p:cNvPr id="16" name="text_239"/>
          <p:cNvSpPr txBox="1"/>
          <p:nvPr/>
        </p:nvSpPr>
        <p:spPr>
          <a:xfrm>
            <a:off x="3378708" y="3017520"/>
            <a:ext cx="2601468"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Live backend</a:t>
            </a:r>
            <a:endParaRPr lang="en-US" sz="1900" dirty="0"/>
          </a:p>
        </p:txBody>
      </p:sp>
      <p:sp>
        <p:nvSpPr>
          <p:cNvPr id="17" name="text_240"/>
          <p:cNvSpPr txBox="1"/>
          <p:nvPr/>
        </p:nvSpPr>
        <p:spPr>
          <a:xfrm>
            <a:off x="3378708" y="3456432"/>
            <a:ext cx="2510028" cy="1188720"/>
          </a:xfrm>
          <a:prstGeom prst="rect">
            <a:avLst/>
          </a:prstGeom>
          <a:noFill/>
          <a:ln/>
        </p:spPr>
        <p:txBody>
          <a:bodyPr wrap="square" lIns="0" tIns="0" rIns="0" bIns="0" rtlCol="0" anchor="t"/>
          <a:lstStyle/>
          <a:p>
            <a:pPr indent="0" marL="0">
              <a:buNone/>
            </a:pPr>
            <a:r>
              <a:rPr lang="en-US" sz="1400" dirty="0">
                <a:solidFill>
                  <a:schemeClr val="tx1"/>
                </a:solidFill>
              </a:rPr>
              <a:t>Laravel REST API and MySQL running on a VPS, with working sign-up, login and logout.</a:t>
            </a:r>
            <a:endParaRPr lang="en-US" sz="1400" dirty="0"/>
          </a:p>
        </p:txBody>
      </p:sp>
      <p:sp>
        <p:nvSpPr>
          <p:cNvPr id="18" name="text_241"/>
          <p:cNvSpPr txBox="1"/>
          <p:nvPr/>
        </p:nvSpPr>
        <p:spPr>
          <a:xfrm>
            <a:off x="6208776" y="1691640"/>
            <a:ext cx="2601468"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IN PROGRESS</a:t>
            </a:r>
            <a:endParaRPr lang="en-US" sz="1200" dirty="0"/>
          </a:p>
        </p:txBody>
      </p:sp>
      <p:sp>
        <p:nvSpPr>
          <p:cNvPr id="19" name="shape_242"/>
          <p:cNvSpPr/>
          <p:nvPr/>
        </p:nvSpPr>
        <p:spPr>
          <a:xfrm>
            <a:off x="6208776" y="2258568"/>
            <a:ext cx="512064" cy="512064"/>
          </a:xfrm>
          <a:prstGeom prst="ellipse">
            <a:avLst/>
          </a:prstGeom>
          <a:solidFill>
            <a:schemeClr val="accent1"/>
          </a:solidFill>
          <a:ln/>
        </p:spPr>
      </p:sp>
      <p:pic>
        <p:nvPicPr>
          <p:cNvPr id="20" name="icon_243" descr="Clock icon">    </p:cNvPr>
          <p:cNvPicPr>
            <a:picLocks noChangeAspect="1"/>
          </p:cNvPicPr>
          <p:nvPr/>
        </p:nvPicPr>
        <p:blipFill>
          <a:blip r:embed="rId3"/>
          <a:stretch>
            <a:fillRect/>
          </a:stretch>
        </p:blipFill>
        <p:spPr>
          <a:xfrm>
            <a:off x="6331671" y="2381463"/>
            <a:ext cx="266273" cy="266273"/>
          </a:xfrm>
          <a:prstGeom prst="rect">
            <a:avLst/>
          </a:prstGeom>
        </p:spPr>
      </p:pic>
      <p:sp>
        <p:nvSpPr>
          <p:cNvPr id="21" name="text_244"/>
          <p:cNvSpPr txBox="1"/>
          <p:nvPr/>
        </p:nvSpPr>
        <p:spPr>
          <a:xfrm>
            <a:off x="6208776" y="3017520"/>
            <a:ext cx="2601468"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Flutter app</a:t>
            </a:r>
            <a:endParaRPr lang="en-US" sz="1900" dirty="0"/>
          </a:p>
        </p:txBody>
      </p:sp>
      <p:sp>
        <p:nvSpPr>
          <p:cNvPr id="22" name="text_245"/>
          <p:cNvSpPr txBox="1"/>
          <p:nvPr/>
        </p:nvSpPr>
        <p:spPr>
          <a:xfrm>
            <a:off x="6208776" y="3456432"/>
            <a:ext cx="2510028" cy="1188720"/>
          </a:xfrm>
          <a:prstGeom prst="rect">
            <a:avLst/>
          </a:prstGeom>
          <a:noFill/>
          <a:ln/>
        </p:spPr>
        <p:txBody>
          <a:bodyPr wrap="square" lIns="0" tIns="0" rIns="0" bIns="0" rtlCol="0" anchor="t"/>
          <a:lstStyle/>
          <a:p>
            <a:pPr indent="0" marL="0">
              <a:buNone/>
            </a:pPr>
            <a:r>
              <a:rPr lang="en-US" sz="1400" dirty="0">
                <a:solidFill>
                  <a:schemeClr val="tx1"/>
                </a:solidFill>
              </a:rPr>
              <a:t>Logging, analytics, push alerts and gamification — built in parallel sprints.</a:t>
            </a:r>
            <a:endParaRPr lang="en-US" sz="1400" dirty="0"/>
          </a:p>
        </p:txBody>
      </p:sp>
      <p:sp>
        <p:nvSpPr>
          <p:cNvPr id="23" name="text_246"/>
          <p:cNvSpPr txBox="1"/>
          <p:nvPr/>
        </p:nvSpPr>
        <p:spPr>
          <a:xfrm>
            <a:off x="9038844" y="1691640"/>
            <a:ext cx="2601468"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NEXT</a:t>
            </a:r>
            <a:endParaRPr lang="en-US" sz="1200" dirty="0"/>
          </a:p>
        </p:txBody>
      </p:sp>
      <p:sp>
        <p:nvSpPr>
          <p:cNvPr id="24" name="shape_247"/>
          <p:cNvSpPr/>
          <p:nvPr/>
        </p:nvSpPr>
        <p:spPr>
          <a:xfrm>
            <a:off x="9038844" y="2258568"/>
            <a:ext cx="512064" cy="512064"/>
          </a:xfrm>
          <a:prstGeom prst="ellipse">
            <a:avLst/>
          </a:prstGeom>
          <a:solidFill>
            <a:schemeClr val="bg1"/>
          </a:solidFill>
          <a:ln w="25400">
            <a:solidFill>
              <a:schemeClr val="accent4"/>
            </a:solidFill>
            <a:prstDash val="solid"/>
          </a:ln>
        </p:spPr>
      </p:sp>
      <p:pic>
        <p:nvPicPr>
          <p:cNvPr id="25" name="icon_248" descr="Users icon">    </p:cNvPr>
          <p:cNvPicPr>
            <a:picLocks noChangeAspect="1"/>
          </p:cNvPicPr>
          <p:nvPr/>
        </p:nvPicPr>
        <p:blipFill>
          <a:blip r:embed="rId4"/>
          <a:stretch>
            <a:fillRect/>
          </a:stretch>
        </p:blipFill>
        <p:spPr>
          <a:xfrm>
            <a:off x="9161739" y="2381463"/>
            <a:ext cx="266273" cy="266273"/>
          </a:xfrm>
          <a:prstGeom prst="rect">
            <a:avLst/>
          </a:prstGeom>
        </p:spPr>
      </p:pic>
      <p:sp>
        <p:nvSpPr>
          <p:cNvPr id="26" name="text_249"/>
          <p:cNvSpPr txBox="1"/>
          <p:nvPr/>
        </p:nvSpPr>
        <p:spPr>
          <a:xfrm>
            <a:off x="9038844" y="3017520"/>
            <a:ext cx="2601468" cy="384048"/>
          </a:xfrm>
          <a:prstGeom prst="rect">
            <a:avLst/>
          </a:prstGeom>
          <a:noFill/>
          <a:ln/>
        </p:spPr>
        <p:txBody>
          <a:bodyPr wrap="square" lIns="0" tIns="0" rIns="0" bIns="0" rtlCol="0" anchor="ctr"/>
          <a:lstStyle/>
          <a:p>
            <a:pPr indent="0" marL="0">
              <a:buNone/>
            </a:pPr>
            <a:r>
              <a:rPr lang="en-US" sz="1900" b="1" dirty="0">
                <a:solidFill>
                  <a:schemeClr val="tx1"/>
                </a:solidFill>
                <a:latin typeface="Arial" pitchFamily="34" charset="0"/>
                <a:ea typeface="Arial" pitchFamily="34" charset="-122"/>
                <a:cs typeface="Arial" pitchFamily="34" charset="-120"/>
              </a:rPr>
              <a:t>Pilot &amp; feedback</a:t>
            </a:r>
            <a:endParaRPr lang="en-US" sz="1900" dirty="0"/>
          </a:p>
        </p:txBody>
      </p:sp>
      <p:sp>
        <p:nvSpPr>
          <p:cNvPr id="27" name="text_250"/>
          <p:cNvSpPr txBox="1"/>
          <p:nvPr/>
        </p:nvSpPr>
        <p:spPr>
          <a:xfrm>
            <a:off x="9038844" y="3456432"/>
            <a:ext cx="2510028" cy="1188720"/>
          </a:xfrm>
          <a:prstGeom prst="rect">
            <a:avLst/>
          </a:prstGeom>
          <a:noFill/>
          <a:ln/>
        </p:spPr>
        <p:txBody>
          <a:bodyPr wrap="square" lIns="0" tIns="0" rIns="0" bIns="0" rtlCol="0" anchor="t"/>
          <a:lstStyle/>
          <a:p>
            <a:pPr indent="0" marL="0">
              <a:buNone/>
            </a:pPr>
            <a:r>
              <a:rPr lang="en-US" sz="1400" dirty="0">
                <a:solidFill>
                  <a:schemeClr val="tx1"/>
                </a:solidFill>
              </a:rPr>
              <a:t>Test with a partner physician’s patients and refine the risk rules from real use.</a:t>
            </a:r>
            <a:endParaRPr lang="en-US" sz="1400" dirty="0"/>
          </a:p>
        </p:txBody>
      </p:sp>
      <p:sp>
        <p:nvSpPr>
          <p:cNvPr id="28" name="text_251"/>
          <p:cNvSpPr txBox="1"/>
          <p:nvPr/>
        </p:nvSpPr>
        <p:spPr>
          <a:xfrm>
            <a:off x="548640" y="4892040"/>
            <a:ext cx="914400" cy="384048"/>
          </a:xfrm>
          <a:prstGeom prst="rect">
            <a:avLst/>
          </a:prstGeom>
          <a:noFill/>
          <a:ln/>
        </p:spPr>
        <p:txBody>
          <a:bodyPr wrap="square" lIns="0" tIns="0" rIns="0" bIns="0" rtlCol="0" anchor="ctr"/>
          <a:lstStyle/>
          <a:p>
            <a:pPr indent="0" marL="0">
              <a:buNone/>
            </a:pPr>
            <a:r>
              <a:rPr lang="en-US" sz="1200" b="1" spc="200" kern="0" dirty="0">
                <a:solidFill>
                  <a:schemeClr val="accent4"/>
                </a:solidFill>
              </a:rPr>
              <a:t>STACK</a:t>
            </a:r>
            <a:endParaRPr lang="en-US" sz="1200" dirty="0"/>
          </a:p>
        </p:txBody>
      </p:sp>
      <p:sp>
        <p:nvSpPr>
          <p:cNvPr id="29" name="shape_252"/>
          <p:cNvSpPr/>
          <p:nvPr/>
        </p:nvSpPr>
        <p:spPr>
          <a:xfrm>
            <a:off x="1463040" y="4892040"/>
            <a:ext cx="954634" cy="384048"/>
          </a:xfrm>
          <a:prstGeom prst="roundRect">
            <a:avLst>
              <a:gd name="adj" fmla="val 50000"/>
            </a:avLst>
          </a:prstGeom>
          <a:solidFill>
            <a:schemeClr val="bg2"/>
          </a:solidFill>
          <a:ln/>
        </p:spPr>
      </p:sp>
      <p:sp>
        <p:nvSpPr>
          <p:cNvPr id="30" name="text_253"/>
          <p:cNvSpPr txBox="1"/>
          <p:nvPr/>
        </p:nvSpPr>
        <p:spPr>
          <a:xfrm>
            <a:off x="1463040" y="4892040"/>
            <a:ext cx="954634" cy="384048"/>
          </a:xfrm>
          <a:prstGeom prst="rect">
            <a:avLst/>
          </a:prstGeom>
          <a:noFill/>
          <a:ln/>
        </p:spPr>
        <p:txBody>
          <a:bodyPr wrap="square" lIns="0" tIns="0" rIns="0" bIns="0" rtlCol="0" anchor="ctr"/>
          <a:lstStyle/>
          <a:p>
            <a:pPr algn="ctr" indent="0" marL="0">
              <a:buNone/>
            </a:pPr>
            <a:r>
              <a:rPr lang="en-US" sz="1200" b="1" dirty="0">
                <a:solidFill>
                  <a:schemeClr val="tx1"/>
                </a:solidFill>
              </a:rPr>
              <a:t>Flutter</a:t>
            </a:r>
            <a:endParaRPr lang="en-US" sz="1200" dirty="0"/>
          </a:p>
        </p:txBody>
      </p:sp>
      <p:sp>
        <p:nvSpPr>
          <p:cNvPr id="31" name="shape_254"/>
          <p:cNvSpPr/>
          <p:nvPr/>
        </p:nvSpPr>
        <p:spPr>
          <a:xfrm>
            <a:off x="2554834" y="4892040"/>
            <a:ext cx="702259" cy="384048"/>
          </a:xfrm>
          <a:prstGeom prst="roundRect">
            <a:avLst>
              <a:gd name="adj" fmla="val 50000"/>
            </a:avLst>
          </a:prstGeom>
          <a:solidFill>
            <a:schemeClr val="bg2"/>
          </a:solidFill>
          <a:ln/>
        </p:spPr>
      </p:sp>
      <p:sp>
        <p:nvSpPr>
          <p:cNvPr id="32" name="text_255"/>
          <p:cNvSpPr txBox="1"/>
          <p:nvPr/>
        </p:nvSpPr>
        <p:spPr>
          <a:xfrm>
            <a:off x="2554834" y="4892040"/>
            <a:ext cx="702259" cy="384048"/>
          </a:xfrm>
          <a:prstGeom prst="rect">
            <a:avLst/>
          </a:prstGeom>
          <a:noFill/>
          <a:ln/>
        </p:spPr>
        <p:txBody>
          <a:bodyPr wrap="square" lIns="0" tIns="0" rIns="0" bIns="0" rtlCol="0" anchor="ctr"/>
          <a:lstStyle/>
          <a:p>
            <a:pPr algn="ctr" indent="0" marL="0">
              <a:buNone/>
            </a:pPr>
            <a:r>
              <a:rPr lang="en-US" sz="1200" b="1" dirty="0">
                <a:solidFill>
                  <a:schemeClr val="tx1"/>
                </a:solidFill>
              </a:rPr>
              <a:t>Dart</a:t>
            </a:r>
            <a:endParaRPr lang="en-US" sz="1200" dirty="0"/>
          </a:p>
        </p:txBody>
      </p:sp>
      <p:sp>
        <p:nvSpPr>
          <p:cNvPr id="33" name="shape_256"/>
          <p:cNvSpPr/>
          <p:nvPr/>
        </p:nvSpPr>
        <p:spPr>
          <a:xfrm>
            <a:off x="3394253" y="4892040"/>
            <a:ext cx="954634" cy="384048"/>
          </a:xfrm>
          <a:prstGeom prst="roundRect">
            <a:avLst>
              <a:gd name="adj" fmla="val 50000"/>
            </a:avLst>
          </a:prstGeom>
          <a:solidFill>
            <a:schemeClr val="bg2"/>
          </a:solidFill>
          <a:ln/>
        </p:spPr>
      </p:sp>
      <p:sp>
        <p:nvSpPr>
          <p:cNvPr id="34" name="text_257"/>
          <p:cNvSpPr txBox="1"/>
          <p:nvPr/>
        </p:nvSpPr>
        <p:spPr>
          <a:xfrm>
            <a:off x="3394253" y="4892040"/>
            <a:ext cx="954634" cy="384048"/>
          </a:xfrm>
          <a:prstGeom prst="rect">
            <a:avLst/>
          </a:prstGeom>
          <a:noFill/>
          <a:ln/>
        </p:spPr>
        <p:txBody>
          <a:bodyPr wrap="square" lIns="0" tIns="0" rIns="0" bIns="0" rtlCol="0" anchor="ctr"/>
          <a:lstStyle/>
          <a:p>
            <a:pPr algn="ctr" indent="0" marL="0">
              <a:buNone/>
            </a:pPr>
            <a:r>
              <a:rPr lang="en-US" sz="1200" b="1" dirty="0">
                <a:solidFill>
                  <a:schemeClr val="tx1"/>
                </a:solidFill>
              </a:rPr>
              <a:t>Laravel</a:t>
            </a:r>
            <a:endParaRPr lang="en-US" sz="1200" dirty="0"/>
          </a:p>
        </p:txBody>
      </p:sp>
      <p:sp>
        <p:nvSpPr>
          <p:cNvPr id="35" name="shape_258"/>
          <p:cNvSpPr/>
          <p:nvPr/>
        </p:nvSpPr>
        <p:spPr>
          <a:xfrm>
            <a:off x="4486046" y="4892040"/>
            <a:ext cx="618134" cy="384048"/>
          </a:xfrm>
          <a:prstGeom prst="roundRect">
            <a:avLst>
              <a:gd name="adj" fmla="val 50000"/>
            </a:avLst>
          </a:prstGeom>
          <a:solidFill>
            <a:schemeClr val="bg2"/>
          </a:solidFill>
          <a:ln/>
        </p:spPr>
      </p:sp>
      <p:sp>
        <p:nvSpPr>
          <p:cNvPr id="36" name="text_259"/>
          <p:cNvSpPr txBox="1"/>
          <p:nvPr/>
        </p:nvSpPr>
        <p:spPr>
          <a:xfrm>
            <a:off x="4486046" y="4892040"/>
            <a:ext cx="618134" cy="384048"/>
          </a:xfrm>
          <a:prstGeom prst="rect">
            <a:avLst/>
          </a:prstGeom>
          <a:noFill/>
          <a:ln/>
        </p:spPr>
        <p:txBody>
          <a:bodyPr wrap="square" lIns="0" tIns="0" rIns="0" bIns="0" rtlCol="0" anchor="ctr"/>
          <a:lstStyle/>
          <a:p>
            <a:pPr algn="ctr" indent="0" marL="0">
              <a:buNone/>
            </a:pPr>
            <a:r>
              <a:rPr lang="en-US" sz="1200" b="1" dirty="0">
                <a:solidFill>
                  <a:schemeClr val="tx1"/>
                </a:solidFill>
              </a:rPr>
              <a:t>PHP</a:t>
            </a:r>
            <a:endParaRPr lang="en-US" sz="1200" dirty="0"/>
          </a:p>
        </p:txBody>
      </p:sp>
      <p:sp>
        <p:nvSpPr>
          <p:cNvPr id="37" name="shape_260"/>
          <p:cNvSpPr/>
          <p:nvPr/>
        </p:nvSpPr>
        <p:spPr>
          <a:xfrm>
            <a:off x="5241341" y="4892040"/>
            <a:ext cx="786384" cy="384048"/>
          </a:xfrm>
          <a:prstGeom prst="roundRect">
            <a:avLst>
              <a:gd name="adj" fmla="val 50000"/>
            </a:avLst>
          </a:prstGeom>
          <a:solidFill>
            <a:schemeClr val="bg2"/>
          </a:solidFill>
          <a:ln/>
        </p:spPr>
      </p:sp>
      <p:sp>
        <p:nvSpPr>
          <p:cNvPr id="38" name="text_261"/>
          <p:cNvSpPr txBox="1"/>
          <p:nvPr/>
        </p:nvSpPr>
        <p:spPr>
          <a:xfrm>
            <a:off x="5241341" y="4892040"/>
            <a:ext cx="786384" cy="384048"/>
          </a:xfrm>
          <a:prstGeom prst="rect">
            <a:avLst/>
          </a:prstGeom>
          <a:noFill/>
          <a:ln/>
        </p:spPr>
        <p:txBody>
          <a:bodyPr wrap="square" lIns="0" tIns="0" rIns="0" bIns="0" rtlCol="0" anchor="ctr"/>
          <a:lstStyle/>
          <a:p>
            <a:pPr algn="ctr" indent="0" marL="0">
              <a:buNone/>
            </a:pPr>
            <a:r>
              <a:rPr lang="en-US" sz="1200" b="1" dirty="0">
                <a:solidFill>
                  <a:schemeClr val="tx1"/>
                </a:solidFill>
              </a:rPr>
              <a:t>MySQL</a:t>
            </a:r>
            <a:endParaRPr lang="en-US" sz="1200" dirty="0"/>
          </a:p>
        </p:txBody>
      </p:sp>
      <p:sp>
        <p:nvSpPr>
          <p:cNvPr id="39" name="shape_262"/>
          <p:cNvSpPr/>
          <p:nvPr/>
        </p:nvSpPr>
        <p:spPr>
          <a:xfrm>
            <a:off x="6164885" y="4892040"/>
            <a:ext cx="1038758" cy="384048"/>
          </a:xfrm>
          <a:prstGeom prst="roundRect">
            <a:avLst>
              <a:gd name="adj" fmla="val 50000"/>
            </a:avLst>
          </a:prstGeom>
          <a:solidFill>
            <a:schemeClr val="bg2"/>
          </a:solidFill>
          <a:ln/>
        </p:spPr>
      </p:sp>
      <p:sp>
        <p:nvSpPr>
          <p:cNvPr id="40" name="text_263"/>
          <p:cNvSpPr txBox="1"/>
          <p:nvPr/>
        </p:nvSpPr>
        <p:spPr>
          <a:xfrm>
            <a:off x="6164885" y="4892040"/>
            <a:ext cx="1038758" cy="384048"/>
          </a:xfrm>
          <a:prstGeom prst="rect">
            <a:avLst/>
          </a:prstGeom>
          <a:noFill/>
          <a:ln/>
        </p:spPr>
        <p:txBody>
          <a:bodyPr wrap="square" lIns="0" tIns="0" rIns="0" bIns="0" rtlCol="0" anchor="ctr"/>
          <a:lstStyle/>
          <a:p>
            <a:pPr algn="ctr" indent="0" marL="0">
              <a:buNone/>
            </a:pPr>
            <a:r>
              <a:rPr lang="en-US" sz="1200" b="1" dirty="0">
                <a:solidFill>
                  <a:schemeClr val="tx1"/>
                </a:solidFill>
              </a:rPr>
              <a:t>REST API</a:t>
            </a:r>
            <a:endParaRPr lang="en-US" sz="1200" dirty="0"/>
          </a:p>
        </p:txBody>
      </p:sp>
      <p:sp>
        <p:nvSpPr>
          <p:cNvPr id="41" name="shape_264"/>
          <p:cNvSpPr/>
          <p:nvPr/>
        </p:nvSpPr>
        <p:spPr>
          <a:xfrm>
            <a:off x="7340803" y="4892040"/>
            <a:ext cx="2384755" cy="384048"/>
          </a:xfrm>
          <a:prstGeom prst="roundRect">
            <a:avLst>
              <a:gd name="adj" fmla="val 50000"/>
            </a:avLst>
          </a:prstGeom>
          <a:solidFill>
            <a:schemeClr val="bg2"/>
          </a:solidFill>
          <a:ln/>
        </p:spPr>
      </p:sp>
      <p:sp>
        <p:nvSpPr>
          <p:cNvPr id="42" name="text_265"/>
          <p:cNvSpPr txBox="1"/>
          <p:nvPr/>
        </p:nvSpPr>
        <p:spPr>
          <a:xfrm>
            <a:off x="7340803" y="4892040"/>
            <a:ext cx="2384755" cy="384048"/>
          </a:xfrm>
          <a:prstGeom prst="rect">
            <a:avLst/>
          </a:prstGeom>
          <a:noFill/>
          <a:ln/>
        </p:spPr>
        <p:txBody>
          <a:bodyPr wrap="square" lIns="0" tIns="0" rIns="0" bIns="0" rtlCol="0" anchor="ctr"/>
          <a:lstStyle/>
          <a:p>
            <a:pPr algn="ctr" indent="0" marL="0">
              <a:buNone/>
            </a:pPr>
            <a:r>
              <a:rPr lang="en-US" sz="1200" b="1" dirty="0">
                <a:solidFill>
                  <a:schemeClr val="tx1"/>
                </a:solidFill>
              </a:rPr>
              <a:t>Firebase Cloud Messaging</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22" presetClass="entr" presetSubtype="8" fill="hold" grpId="0" nodeType="withEffect">
                                  <p:stCondLst>
                                    <p:cond delay="20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1400"/>
                                        <p:tgtEl>
                                          <p:spTgt spid="7"/>
                                        </p:tgtEl>
                                      </p:cBhvr>
                                    </p:animEffect>
                                  </p:childTnLst>
                                </p:cTn>
                              </p:par>
                              <p:par>
                                <p:cTn id="11" presetID="42" presetClass="entr" presetSubtype="0" fill="hold" grpId="0" nodeType="withEffect">
                                  <p:stCondLst>
                                    <p:cond delay="3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anim calcmode="lin" valueType="num">
                                      <p:cBhvr additive="base">
                                        <p:cTn id="14" dur="450" fill="hold" decel="100000"/>
                                        <p:tgtEl>
                                          <p:spTgt spid="8"/>
                                        </p:tgtEl>
                                        <p:attrNameLst>
                                          <p:attrName>ppt_x</p:attrName>
                                        </p:attrNameLst>
                                      </p:cBhvr>
                                      <p:tavLst>
                                        <p:tav tm="0">
                                          <p:val>
                                            <p:strVal val="#ppt_x"/>
                                          </p:val>
                                        </p:tav>
                                        <p:tav tm="100000">
                                          <p:val>
                                            <p:strVal val="#ppt_x"/>
                                          </p:val>
                                        </p:tav>
                                      </p:tavLst>
                                    </p:anim>
                                    <p:anim calcmode="lin" valueType="num">
                                      <p:cBhvr additive="base">
                                        <p:cTn id="15" dur="450" fill="hold" decel="100000"/>
                                        <p:tgtEl>
                                          <p:spTgt spid="8"/>
                                        </p:tgtEl>
                                        <p:attrNameLst>
                                          <p:attrName>ppt_y</p:attrName>
                                        </p:attrNameLst>
                                      </p:cBhvr>
                                      <p:tavLst>
                                        <p:tav tm="0">
                                          <p:val>
                                            <p:strVal val="#ppt_y+0.05"/>
                                          </p:val>
                                        </p:tav>
                                        <p:tav tm="100000">
                                          <p:val>
                                            <p:strVal val="#ppt_y"/>
                                          </p:val>
                                        </p:tav>
                                      </p:tavLst>
                                    </p:anim>
                                  </p:childTnLst>
                                </p:cTn>
                              </p:par>
                              <p:par>
                                <p:cTn id="16" presetID="53" presetClass="entr" presetSubtype="16" fill="hold" grpId="0" nodeType="withEffect">
                                  <p:stCondLst>
                                    <p:cond delay="30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450" fill="hold" decel="100000"/>
                                        <p:tgtEl>
                                          <p:spTgt spid="9"/>
                                        </p:tgtEl>
                                        <p:attrNameLst>
                                          <p:attrName>ppt_w</p:attrName>
                                        </p:attrNameLst>
                                      </p:cBhvr>
                                      <p:tavLst>
                                        <p:tav tm="0">
                                          <p:val>
                                            <p:strVal val="0"/>
                                          </p:val>
                                        </p:tav>
                                        <p:tav tm="100000">
                                          <p:val>
                                            <p:strVal val="#ppt_w"/>
                                          </p:val>
                                        </p:tav>
                                      </p:tavLst>
                                    </p:anim>
                                    <p:anim calcmode="lin" valueType="num">
                                      <p:cBhvr additive="base">
                                        <p:cTn id="19" dur="450" fill="hold" decel="100000"/>
                                        <p:tgtEl>
                                          <p:spTgt spid="9"/>
                                        </p:tgtEl>
                                        <p:attrNameLst>
                                          <p:attrName>ppt_h</p:attrName>
                                        </p:attrNameLst>
                                      </p:cBhvr>
                                      <p:tavLst>
                                        <p:tav tm="0">
                                          <p:val>
                                            <p:strVal val="0"/>
                                          </p:val>
                                        </p:tav>
                                        <p:tav tm="100000">
                                          <p:val>
                                            <p:strVal val="#ppt_h"/>
                                          </p:val>
                                        </p:tav>
                                      </p:tavLst>
                                    </p:anim>
                                    <p:animEffect transition="in" filter="fade">
                                      <p:cBhvr>
                                        <p:cTn id="20" dur="450"/>
                                        <p:tgtEl>
                                          <p:spTgt spid="9"/>
                                        </p:tgtEl>
                                      </p:cBhvr>
                                    </p:animEffect>
                                  </p:childTnLst>
                                </p:cTn>
                              </p:par>
                              <p:par>
                                <p:cTn id="21" presetID="53" presetClass="entr" presetSubtype="16" fill="hold" grpId="0" nodeType="withEffect">
                                  <p:stCondLst>
                                    <p:cond delay="30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450" fill="hold" decel="100000"/>
                                        <p:tgtEl>
                                          <p:spTgt spid="10"/>
                                        </p:tgtEl>
                                        <p:attrNameLst>
                                          <p:attrName>ppt_w</p:attrName>
                                        </p:attrNameLst>
                                      </p:cBhvr>
                                      <p:tavLst>
                                        <p:tav tm="0">
                                          <p:val>
                                            <p:strVal val="0"/>
                                          </p:val>
                                        </p:tav>
                                        <p:tav tm="100000">
                                          <p:val>
                                            <p:strVal val="#ppt_w"/>
                                          </p:val>
                                        </p:tav>
                                      </p:tavLst>
                                    </p:anim>
                                    <p:anim calcmode="lin" valueType="num">
                                      <p:cBhvr additive="base">
                                        <p:cTn id="24" dur="450" fill="hold" decel="100000"/>
                                        <p:tgtEl>
                                          <p:spTgt spid="10"/>
                                        </p:tgtEl>
                                        <p:attrNameLst>
                                          <p:attrName>ppt_h</p:attrName>
                                        </p:attrNameLst>
                                      </p:cBhvr>
                                      <p:tavLst>
                                        <p:tav tm="0">
                                          <p:val>
                                            <p:strVal val="0"/>
                                          </p:val>
                                        </p:tav>
                                        <p:tav tm="100000">
                                          <p:val>
                                            <p:strVal val="#ppt_h"/>
                                          </p:val>
                                        </p:tav>
                                      </p:tavLst>
                                    </p:anim>
                                    <p:animEffect transition="in" filter="fade">
                                      <p:cBhvr>
                                        <p:cTn id="25" dur="450"/>
                                        <p:tgtEl>
                                          <p:spTgt spid="10"/>
                                        </p:tgtEl>
                                      </p:cBhvr>
                                    </p:animEffect>
                                  </p:childTnLst>
                                </p:cTn>
                              </p:par>
                              <p:par>
                                <p:cTn id="26" presetID="42" presetClass="entr" presetSubtype="0" fill="hold" grpId="0" nodeType="withEffect">
                                  <p:stCondLst>
                                    <p:cond delay="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anim calcmode="lin" valueType="num">
                                      <p:cBhvr additive="base">
                                        <p:cTn id="29" dur="450" fill="hold" decel="100000"/>
                                        <p:tgtEl>
                                          <p:spTgt spid="11"/>
                                        </p:tgtEl>
                                        <p:attrNameLst>
                                          <p:attrName>ppt_x</p:attrName>
                                        </p:attrNameLst>
                                      </p:cBhvr>
                                      <p:tavLst>
                                        <p:tav tm="0">
                                          <p:val>
                                            <p:strVal val="#ppt_x"/>
                                          </p:val>
                                        </p:tav>
                                        <p:tav tm="100000">
                                          <p:val>
                                            <p:strVal val="#ppt_x"/>
                                          </p:val>
                                        </p:tav>
                                      </p:tavLst>
                                    </p:anim>
                                    <p:anim calcmode="lin" valueType="num">
                                      <p:cBhvr additive="base">
                                        <p:cTn id="30" dur="450" fill="hold" decel="100000"/>
                                        <p:tgtEl>
                                          <p:spTgt spid="11"/>
                                        </p:tgtEl>
                                        <p:attrNameLst>
                                          <p:attrName>ppt_y</p:attrName>
                                        </p:attrNameLst>
                                      </p:cBhvr>
                                      <p:tavLst>
                                        <p:tav tm="0">
                                          <p:val>
                                            <p:strVal val="#ppt_y+0.05"/>
                                          </p:val>
                                        </p:tav>
                                        <p:tav tm="100000">
                                          <p:val>
                                            <p:strVal val="#ppt_y"/>
                                          </p:val>
                                        </p:tav>
                                      </p:tavLst>
                                    </p:anim>
                                  </p:childTnLst>
                                </p:cTn>
                              </p:par>
                              <p:par>
                                <p:cTn id="31" presetID="42" presetClass="entr" presetSubtype="0" fill="hold" grpId="0" nodeType="withEffect">
                                  <p:stCondLst>
                                    <p:cond delay="45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50"/>
                                        <p:tgtEl>
                                          <p:spTgt spid="12"/>
                                        </p:tgtEl>
                                      </p:cBhvr>
                                    </p:animEffect>
                                    <p:anim calcmode="lin" valueType="num">
                                      <p:cBhvr additive="base">
                                        <p:cTn id="34"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35" dur="450" fill="hold" decel="100000"/>
                                        <p:tgtEl>
                                          <p:spTgt spid="12"/>
                                        </p:tgtEl>
                                        <p:attrNameLst>
                                          <p:attrName>ppt_y</p:attrName>
                                        </p:attrNameLst>
                                      </p:cBhvr>
                                      <p:tavLst>
                                        <p:tav tm="0">
                                          <p:val>
                                            <p:strVal val="#ppt_y+0.05"/>
                                          </p:val>
                                        </p:tav>
                                        <p:tav tm="100000">
                                          <p:val>
                                            <p:strVal val="#ppt_y"/>
                                          </p:val>
                                        </p:tav>
                                      </p:tavLst>
                                    </p:anim>
                                  </p:childTnLst>
                                </p:cTn>
                              </p:par>
                              <p:par>
                                <p:cTn id="36" presetID="42" presetClass="entr" presetSubtype="0" fill="hold" grpId="0" nodeType="withEffect">
                                  <p:stCondLst>
                                    <p:cond delay="72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anim calcmode="lin" valueType="num">
                                      <p:cBhvr additive="base">
                                        <p:cTn id="39" dur="450" fill="hold" decel="100000"/>
                                        <p:tgtEl>
                                          <p:spTgt spid="13"/>
                                        </p:tgtEl>
                                        <p:attrNameLst>
                                          <p:attrName>ppt_x</p:attrName>
                                        </p:attrNameLst>
                                      </p:cBhvr>
                                      <p:tavLst>
                                        <p:tav tm="0">
                                          <p:val>
                                            <p:strVal val="#ppt_x"/>
                                          </p:val>
                                        </p:tav>
                                        <p:tav tm="100000">
                                          <p:val>
                                            <p:strVal val="#ppt_x"/>
                                          </p:val>
                                        </p:tav>
                                      </p:tavLst>
                                    </p:anim>
                                    <p:anim calcmode="lin" valueType="num">
                                      <p:cBhvr additive="base">
                                        <p:cTn id="40" dur="450" fill="hold" decel="100000"/>
                                        <p:tgtEl>
                                          <p:spTgt spid="13"/>
                                        </p:tgtEl>
                                        <p:attrNameLst>
                                          <p:attrName>ppt_y</p:attrName>
                                        </p:attrNameLst>
                                      </p:cBhvr>
                                      <p:tavLst>
                                        <p:tav tm="0">
                                          <p:val>
                                            <p:strVal val="#ppt_y+0.05"/>
                                          </p:val>
                                        </p:tav>
                                        <p:tav tm="100000">
                                          <p:val>
                                            <p:strVal val="#ppt_y"/>
                                          </p:val>
                                        </p:tav>
                                      </p:tavLst>
                                    </p:anim>
                                  </p:childTnLst>
                                </p:cTn>
                              </p:par>
                              <p:par>
                                <p:cTn id="41" presetID="53" presetClass="entr" presetSubtype="16" fill="hold" grpId="0" nodeType="withEffect">
                                  <p:stCondLst>
                                    <p:cond delay="72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450" fill="hold" decel="100000"/>
                                        <p:tgtEl>
                                          <p:spTgt spid="14"/>
                                        </p:tgtEl>
                                        <p:attrNameLst>
                                          <p:attrName>ppt_w</p:attrName>
                                        </p:attrNameLst>
                                      </p:cBhvr>
                                      <p:tavLst>
                                        <p:tav tm="0">
                                          <p:val>
                                            <p:strVal val="0"/>
                                          </p:val>
                                        </p:tav>
                                        <p:tav tm="100000">
                                          <p:val>
                                            <p:strVal val="#ppt_w"/>
                                          </p:val>
                                        </p:tav>
                                      </p:tavLst>
                                    </p:anim>
                                    <p:anim calcmode="lin" valueType="num">
                                      <p:cBhvr additive="base">
                                        <p:cTn id="44" dur="450" fill="hold" decel="100000"/>
                                        <p:tgtEl>
                                          <p:spTgt spid="14"/>
                                        </p:tgtEl>
                                        <p:attrNameLst>
                                          <p:attrName>ppt_h</p:attrName>
                                        </p:attrNameLst>
                                      </p:cBhvr>
                                      <p:tavLst>
                                        <p:tav tm="0">
                                          <p:val>
                                            <p:strVal val="0"/>
                                          </p:val>
                                        </p:tav>
                                        <p:tav tm="100000">
                                          <p:val>
                                            <p:strVal val="#ppt_h"/>
                                          </p:val>
                                        </p:tav>
                                      </p:tavLst>
                                    </p:anim>
                                    <p:animEffect transition="in" filter="fade">
                                      <p:cBhvr>
                                        <p:cTn id="45" dur="450"/>
                                        <p:tgtEl>
                                          <p:spTgt spid="14"/>
                                        </p:tgtEl>
                                      </p:cBhvr>
                                    </p:animEffect>
                                  </p:childTnLst>
                                </p:cTn>
                              </p:par>
                              <p:par>
                                <p:cTn id="46" presetID="53" presetClass="entr" presetSubtype="16" fill="hold" grpId="0" nodeType="withEffect">
                                  <p:stCondLst>
                                    <p:cond delay="72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450" fill="hold" decel="100000"/>
                                        <p:tgtEl>
                                          <p:spTgt spid="15"/>
                                        </p:tgtEl>
                                        <p:attrNameLst>
                                          <p:attrName>ppt_w</p:attrName>
                                        </p:attrNameLst>
                                      </p:cBhvr>
                                      <p:tavLst>
                                        <p:tav tm="0">
                                          <p:val>
                                            <p:strVal val="0"/>
                                          </p:val>
                                        </p:tav>
                                        <p:tav tm="100000">
                                          <p:val>
                                            <p:strVal val="#ppt_w"/>
                                          </p:val>
                                        </p:tav>
                                      </p:tavLst>
                                    </p:anim>
                                    <p:anim calcmode="lin" valueType="num">
                                      <p:cBhvr additive="base">
                                        <p:cTn id="49" dur="450" fill="hold" decel="100000"/>
                                        <p:tgtEl>
                                          <p:spTgt spid="15"/>
                                        </p:tgtEl>
                                        <p:attrNameLst>
                                          <p:attrName>ppt_h</p:attrName>
                                        </p:attrNameLst>
                                      </p:cBhvr>
                                      <p:tavLst>
                                        <p:tav tm="0">
                                          <p:val>
                                            <p:strVal val="0"/>
                                          </p:val>
                                        </p:tav>
                                        <p:tav tm="100000">
                                          <p:val>
                                            <p:strVal val="#ppt_h"/>
                                          </p:val>
                                        </p:tav>
                                      </p:tavLst>
                                    </p:anim>
                                    <p:animEffect transition="in" filter="fade">
                                      <p:cBhvr>
                                        <p:cTn id="50" dur="450"/>
                                        <p:tgtEl>
                                          <p:spTgt spid="15"/>
                                        </p:tgtEl>
                                      </p:cBhvr>
                                    </p:animEffect>
                                  </p:childTnLst>
                                </p:cTn>
                              </p:par>
                              <p:par>
                                <p:cTn id="51" presetID="42" presetClass="entr" presetSubtype="0" fill="hold" grpId="0" nodeType="withEffect">
                                  <p:stCondLst>
                                    <p:cond delay="82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450"/>
                                        <p:tgtEl>
                                          <p:spTgt spid="16"/>
                                        </p:tgtEl>
                                      </p:cBhvr>
                                    </p:animEffect>
                                    <p:anim calcmode="lin" valueType="num">
                                      <p:cBhvr additive="base">
                                        <p:cTn id="54" dur="450" fill="hold" decel="100000"/>
                                        <p:tgtEl>
                                          <p:spTgt spid="16"/>
                                        </p:tgtEl>
                                        <p:attrNameLst>
                                          <p:attrName>ppt_x</p:attrName>
                                        </p:attrNameLst>
                                      </p:cBhvr>
                                      <p:tavLst>
                                        <p:tav tm="0">
                                          <p:val>
                                            <p:strVal val="#ppt_x"/>
                                          </p:val>
                                        </p:tav>
                                        <p:tav tm="100000">
                                          <p:val>
                                            <p:strVal val="#ppt_x"/>
                                          </p:val>
                                        </p:tav>
                                      </p:tavLst>
                                    </p:anim>
                                    <p:anim calcmode="lin" valueType="num">
                                      <p:cBhvr additive="base">
                                        <p:cTn id="55" dur="450" fill="hold" decel="100000"/>
                                        <p:tgtEl>
                                          <p:spTgt spid="16"/>
                                        </p:tgtEl>
                                        <p:attrNameLst>
                                          <p:attrName>ppt_y</p:attrName>
                                        </p:attrNameLst>
                                      </p:cBhvr>
                                      <p:tavLst>
                                        <p:tav tm="0">
                                          <p:val>
                                            <p:strVal val="#ppt_y+0.05"/>
                                          </p:val>
                                        </p:tav>
                                        <p:tav tm="100000">
                                          <p:val>
                                            <p:strVal val="#ppt_y"/>
                                          </p:val>
                                        </p:tav>
                                      </p:tavLst>
                                    </p:anim>
                                  </p:childTnLst>
                                </p:cTn>
                              </p:par>
                              <p:par>
                                <p:cTn id="56" presetID="42" presetClass="entr" presetSubtype="0" fill="hold" grpId="0" nodeType="withEffect">
                                  <p:stCondLst>
                                    <p:cond delay="87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450"/>
                                        <p:tgtEl>
                                          <p:spTgt spid="17"/>
                                        </p:tgtEl>
                                      </p:cBhvr>
                                    </p:animEffect>
                                    <p:anim calcmode="lin" valueType="num">
                                      <p:cBhvr additive="base">
                                        <p:cTn id="59" dur="450" fill="hold" decel="100000"/>
                                        <p:tgtEl>
                                          <p:spTgt spid="17"/>
                                        </p:tgtEl>
                                        <p:attrNameLst>
                                          <p:attrName>ppt_x</p:attrName>
                                        </p:attrNameLst>
                                      </p:cBhvr>
                                      <p:tavLst>
                                        <p:tav tm="0">
                                          <p:val>
                                            <p:strVal val="#ppt_x"/>
                                          </p:val>
                                        </p:tav>
                                        <p:tav tm="100000">
                                          <p:val>
                                            <p:strVal val="#ppt_x"/>
                                          </p:val>
                                        </p:tav>
                                      </p:tavLst>
                                    </p:anim>
                                    <p:anim calcmode="lin" valueType="num">
                                      <p:cBhvr additive="base">
                                        <p:cTn id="60" dur="450" fill="hold" decel="100000"/>
                                        <p:tgtEl>
                                          <p:spTgt spid="17"/>
                                        </p:tgtEl>
                                        <p:attrNameLst>
                                          <p:attrName>ppt_y</p:attrName>
                                        </p:attrNameLst>
                                      </p:cBhvr>
                                      <p:tavLst>
                                        <p:tav tm="0">
                                          <p:val>
                                            <p:strVal val="#ppt_y+0.05"/>
                                          </p:val>
                                        </p:tav>
                                        <p:tav tm="100000">
                                          <p:val>
                                            <p:strVal val="#ppt_y"/>
                                          </p:val>
                                        </p:tav>
                                      </p:tavLst>
                                    </p:anim>
                                  </p:childTnLst>
                                </p:cTn>
                              </p:par>
                              <p:par>
                                <p:cTn id="61" presetID="42" presetClass="entr" presetSubtype="0" fill="hold" grpId="0" nodeType="withEffect">
                                  <p:stCondLst>
                                    <p:cond delay="114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450"/>
                                        <p:tgtEl>
                                          <p:spTgt spid="18"/>
                                        </p:tgtEl>
                                      </p:cBhvr>
                                    </p:animEffect>
                                    <p:anim calcmode="lin" valueType="num">
                                      <p:cBhvr additive="base">
                                        <p:cTn id="64" dur="450" fill="hold" decel="100000"/>
                                        <p:tgtEl>
                                          <p:spTgt spid="18"/>
                                        </p:tgtEl>
                                        <p:attrNameLst>
                                          <p:attrName>ppt_x</p:attrName>
                                        </p:attrNameLst>
                                      </p:cBhvr>
                                      <p:tavLst>
                                        <p:tav tm="0">
                                          <p:val>
                                            <p:strVal val="#ppt_x"/>
                                          </p:val>
                                        </p:tav>
                                        <p:tav tm="100000">
                                          <p:val>
                                            <p:strVal val="#ppt_x"/>
                                          </p:val>
                                        </p:tav>
                                      </p:tavLst>
                                    </p:anim>
                                    <p:anim calcmode="lin" valueType="num">
                                      <p:cBhvr additive="base">
                                        <p:cTn id="65" dur="450" fill="hold" decel="100000"/>
                                        <p:tgtEl>
                                          <p:spTgt spid="18"/>
                                        </p:tgtEl>
                                        <p:attrNameLst>
                                          <p:attrName>ppt_y</p:attrName>
                                        </p:attrNameLst>
                                      </p:cBhvr>
                                      <p:tavLst>
                                        <p:tav tm="0">
                                          <p:val>
                                            <p:strVal val="#ppt_y+0.05"/>
                                          </p:val>
                                        </p:tav>
                                        <p:tav tm="100000">
                                          <p:val>
                                            <p:strVal val="#ppt_y"/>
                                          </p:val>
                                        </p:tav>
                                      </p:tavLst>
                                    </p:anim>
                                  </p:childTnLst>
                                </p:cTn>
                              </p:par>
                              <p:par>
                                <p:cTn id="66" presetID="53" presetClass="entr" presetSubtype="16" fill="hold" grpId="0" nodeType="withEffect">
                                  <p:stCondLst>
                                    <p:cond delay="114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450" fill="hold" decel="100000"/>
                                        <p:tgtEl>
                                          <p:spTgt spid="19"/>
                                        </p:tgtEl>
                                        <p:attrNameLst>
                                          <p:attrName>ppt_w</p:attrName>
                                        </p:attrNameLst>
                                      </p:cBhvr>
                                      <p:tavLst>
                                        <p:tav tm="0">
                                          <p:val>
                                            <p:strVal val="0"/>
                                          </p:val>
                                        </p:tav>
                                        <p:tav tm="100000">
                                          <p:val>
                                            <p:strVal val="#ppt_w"/>
                                          </p:val>
                                        </p:tav>
                                      </p:tavLst>
                                    </p:anim>
                                    <p:anim calcmode="lin" valueType="num">
                                      <p:cBhvr additive="base">
                                        <p:cTn id="69" dur="450" fill="hold" decel="100000"/>
                                        <p:tgtEl>
                                          <p:spTgt spid="19"/>
                                        </p:tgtEl>
                                        <p:attrNameLst>
                                          <p:attrName>ppt_h</p:attrName>
                                        </p:attrNameLst>
                                      </p:cBhvr>
                                      <p:tavLst>
                                        <p:tav tm="0">
                                          <p:val>
                                            <p:strVal val="0"/>
                                          </p:val>
                                        </p:tav>
                                        <p:tav tm="100000">
                                          <p:val>
                                            <p:strVal val="#ppt_h"/>
                                          </p:val>
                                        </p:tav>
                                      </p:tavLst>
                                    </p:anim>
                                    <p:animEffect transition="in" filter="fade">
                                      <p:cBhvr>
                                        <p:cTn id="70" dur="450"/>
                                        <p:tgtEl>
                                          <p:spTgt spid="19"/>
                                        </p:tgtEl>
                                      </p:cBhvr>
                                    </p:animEffect>
                                  </p:childTnLst>
                                </p:cTn>
                              </p:par>
                              <p:par>
                                <p:cTn id="71" presetID="53" presetClass="entr" presetSubtype="16" fill="hold" grpId="0" nodeType="withEffect">
                                  <p:stCondLst>
                                    <p:cond delay="114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450" fill="hold" decel="100000"/>
                                        <p:tgtEl>
                                          <p:spTgt spid="20"/>
                                        </p:tgtEl>
                                        <p:attrNameLst>
                                          <p:attrName>ppt_w</p:attrName>
                                        </p:attrNameLst>
                                      </p:cBhvr>
                                      <p:tavLst>
                                        <p:tav tm="0">
                                          <p:val>
                                            <p:strVal val="0"/>
                                          </p:val>
                                        </p:tav>
                                        <p:tav tm="100000">
                                          <p:val>
                                            <p:strVal val="#ppt_w"/>
                                          </p:val>
                                        </p:tav>
                                      </p:tavLst>
                                    </p:anim>
                                    <p:anim calcmode="lin" valueType="num">
                                      <p:cBhvr additive="base">
                                        <p:cTn id="74" dur="450" fill="hold" decel="100000"/>
                                        <p:tgtEl>
                                          <p:spTgt spid="20"/>
                                        </p:tgtEl>
                                        <p:attrNameLst>
                                          <p:attrName>ppt_h</p:attrName>
                                        </p:attrNameLst>
                                      </p:cBhvr>
                                      <p:tavLst>
                                        <p:tav tm="0">
                                          <p:val>
                                            <p:strVal val="0"/>
                                          </p:val>
                                        </p:tav>
                                        <p:tav tm="100000">
                                          <p:val>
                                            <p:strVal val="#ppt_h"/>
                                          </p:val>
                                        </p:tav>
                                      </p:tavLst>
                                    </p:anim>
                                    <p:animEffect transition="in" filter="fade">
                                      <p:cBhvr>
                                        <p:cTn id="75" dur="450"/>
                                        <p:tgtEl>
                                          <p:spTgt spid="20"/>
                                        </p:tgtEl>
                                      </p:cBhvr>
                                    </p:animEffect>
                                  </p:childTnLst>
                                </p:cTn>
                              </p:par>
                              <p:par>
                                <p:cTn id="76" presetID="42" presetClass="entr" presetSubtype="0" fill="hold" grpId="0" nodeType="withEffect">
                                  <p:stCondLst>
                                    <p:cond delay="124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450"/>
                                        <p:tgtEl>
                                          <p:spTgt spid="21"/>
                                        </p:tgtEl>
                                      </p:cBhvr>
                                    </p:animEffect>
                                    <p:anim calcmode="lin" valueType="num">
                                      <p:cBhvr additive="base">
                                        <p:cTn id="79" dur="450" fill="hold" decel="100000"/>
                                        <p:tgtEl>
                                          <p:spTgt spid="21"/>
                                        </p:tgtEl>
                                        <p:attrNameLst>
                                          <p:attrName>ppt_x</p:attrName>
                                        </p:attrNameLst>
                                      </p:cBhvr>
                                      <p:tavLst>
                                        <p:tav tm="0">
                                          <p:val>
                                            <p:strVal val="#ppt_x"/>
                                          </p:val>
                                        </p:tav>
                                        <p:tav tm="100000">
                                          <p:val>
                                            <p:strVal val="#ppt_x"/>
                                          </p:val>
                                        </p:tav>
                                      </p:tavLst>
                                    </p:anim>
                                    <p:anim calcmode="lin" valueType="num">
                                      <p:cBhvr additive="base">
                                        <p:cTn id="80" dur="450" fill="hold" decel="100000"/>
                                        <p:tgtEl>
                                          <p:spTgt spid="21"/>
                                        </p:tgtEl>
                                        <p:attrNameLst>
                                          <p:attrName>ppt_y</p:attrName>
                                        </p:attrNameLst>
                                      </p:cBhvr>
                                      <p:tavLst>
                                        <p:tav tm="0">
                                          <p:val>
                                            <p:strVal val="#ppt_y+0.05"/>
                                          </p:val>
                                        </p:tav>
                                        <p:tav tm="100000">
                                          <p:val>
                                            <p:strVal val="#ppt_y"/>
                                          </p:val>
                                        </p:tav>
                                      </p:tavLst>
                                    </p:anim>
                                  </p:childTnLst>
                                </p:cTn>
                              </p:par>
                              <p:par>
                                <p:cTn id="81" presetID="42" presetClass="entr" presetSubtype="0" fill="hold" grpId="0" nodeType="withEffect">
                                  <p:stCondLst>
                                    <p:cond delay="129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450"/>
                                        <p:tgtEl>
                                          <p:spTgt spid="22"/>
                                        </p:tgtEl>
                                      </p:cBhvr>
                                    </p:animEffect>
                                    <p:anim calcmode="lin" valueType="num">
                                      <p:cBhvr additive="base">
                                        <p:cTn id="84" dur="450" fill="hold" decel="100000"/>
                                        <p:tgtEl>
                                          <p:spTgt spid="22"/>
                                        </p:tgtEl>
                                        <p:attrNameLst>
                                          <p:attrName>ppt_x</p:attrName>
                                        </p:attrNameLst>
                                      </p:cBhvr>
                                      <p:tavLst>
                                        <p:tav tm="0">
                                          <p:val>
                                            <p:strVal val="#ppt_x"/>
                                          </p:val>
                                        </p:tav>
                                        <p:tav tm="100000">
                                          <p:val>
                                            <p:strVal val="#ppt_x"/>
                                          </p:val>
                                        </p:tav>
                                      </p:tavLst>
                                    </p:anim>
                                    <p:anim calcmode="lin" valueType="num">
                                      <p:cBhvr additive="base">
                                        <p:cTn id="85" dur="450" fill="hold" decel="100000"/>
                                        <p:tgtEl>
                                          <p:spTgt spid="22"/>
                                        </p:tgtEl>
                                        <p:attrNameLst>
                                          <p:attrName>ppt_y</p:attrName>
                                        </p:attrNameLst>
                                      </p:cBhvr>
                                      <p:tavLst>
                                        <p:tav tm="0">
                                          <p:val>
                                            <p:strVal val="#ppt_y+0.05"/>
                                          </p:val>
                                        </p:tav>
                                        <p:tav tm="100000">
                                          <p:val>
                                            <p:strVal val="#ppt_y"/>
                                          </p:val>
                                        </p:tav>
                                      </p:tavLst>
                                    </p:anim>
                                  </p:childTnLst>
                                </p:cTn>
                              </p:par>
                              <p:par>
                                <p:cTn id="86" presetID="42" presetClass="entr" presetSubtype="0" fill="hold" grpId="0" nodeType="withEffect">
                                  <p:stCondLst>
                                    <p:cond delay="156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450"/>
                                        <p:tgtEl>
                                          <p:spTgt spid="23"/>
                                        </p:tgtEl>
                                      </p:cBhvr>
                                    </p:animEffect>
                                    <p:anim calcmode="lin" valueType="num">
                                      <p:cBhvr additive="base">
                                        <p:cTn id="89" dur="450" fill="hold" decel="100000"/>
                                        <p:tgtEl>
                                          <p:spTgt spid="23"/>
                                        </p:tgtEl>
                                        <p:attrNameLst>
                                          <p:attrName>ppt_x</p:attrName>
                                        </p:attrNameLst>
                                      </p:cBhvr>
                                      <p:tavLst>
                                        <p:tav tm="0">
                                          <p:val>
                                            <p:strVal val="#ppt_x"/>
                                          </p:val>
                                        </p:tav>
                                        <p:tav tm="100000">
                                          <p:val>
                                            <p:strVal val="#ppt_x"/>
                                          </p:val>
                                        </p:tav>
                                      </p:tavLst>
                                    </p:anim>
                                    <p:anim calcmode="lin" valueType="num">
                                      <p:cBhvr additive="base">
                                        <p:cTn id="90" dur="450" fill="hold" decel="100000"/>
                                        <p:tgtEl>
                                          <p:spTgt spid="23"/>
                                        </p:tgtEl>
                                        <p:attrNameLst>
                                          <p:attrName>ppt_y</p:attrName>
                                        </p:attrNameLst>
                                      </p:cBhvr>
                                      <p:tavLst>
                                        <p:tav tm="0">
                                          <p:val>
                                            <p:strVal val="#ppt_y+0.05"/>
                                          </p:val>
                                        </p:tav>
                                        <p:tav tm="100000">
                                          <p:val>
                                            <p:strVal val="#ppt_y"/>
                                          </p:val>
                                        </p:tav>
                                      </p:tavLst>
                                    </p:anim>
                                  </p:childTnLst>
                                </p:cTn>
                              </p:par>
                              <p:par>
                                <p:cTn id="91" presetID="53" presetClass="entr" presetSubtype="16" fill="hold" grpId="0" nodeType="withEffect">
                                  <p:stCondLst>
                                    <p:cond delay="156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450" fill="hold" decel="100000"/>
                                        <p:tgtEl>
                                          <p:spTgt spid="24"/>
                                        </p:tgtEl>
                                        <p:attrNameLst>
                                          <p:attrName>ppt_w</p:attrName>
                                        </p:attrNameLst>
                                      </p:cBhvr>
                                      <p:tavLst>
                                        <p:tav tm="0">
                                          <p:val>
                                            <p:strVal val="0"/>
                                          </p:val>
                                        </p:tav>
                                        <p:tav tm="100000">
                                          <p:val>
                                            <p:strVal val="#ppt_w"/>
                                          </p:val>
                                        </p:tav>
                                      </p:tavLst>
                                    </p:anim>
                                    <p:anim calcmode="lin" valueType="num">
                                      <p:cBhvr additive="base">
                                        <p:cTn id="94" dur="450" fill="hold" decel="100000"/>
                                        <p:tgtEl>
                                          <p:spTgt spid="24"/>
                                        </p:tgtEl>
                                        <p:attrNameLst>
                                          <p:attrName>ppt_h</p:attrName>
                                        </p:attrNameLst>
                                      </p:cBhvr>
                                      <p:tavLst>
                                        <p:tav tm="0">
                                          <p:val>
                                            <p:strVal val="0"/>
                                          </p:val>
                                        </p:tav>
                                        <p:tav tm="100000">
                                          <p:val>
                                            <p:strVal val="#ppt_h"/>
                                          </p:val>
                                        </p:tav>
                                      </p:tavLst>
                                    </p:anim>
                                    <p:animEffect transition="in" filter="fade">
                                      <p:cBhvr>
                                        <p:cTn id="95" dur="450"/>
                                        <p:tgtEl>
                                          <p:spTgt spid="24"/>
                                        </p:tgtEl>
                                      </p:cBhvr>
                                    </p:animEffect>
                                  </p:childTnLst>
                                </p:cTn>
                              </p:par>
                              <p:par>
                                <p:cTn id="96" presetID="53" presetClass="entr" presetSubtype="16" fill="hold" grpId="0" nodeType="withEffect">
                                  <p:stCondLst>
                                    <p:cond delay="1560"/>
                                  </p:stCondLst>
                                  <p:childTnLst>
                                    <p:set>
                                      <p:cBhvr>
                                        <p:cTn id="97" dur="1" fill="hold">
                                          <p:stCondLst>
                                            <p:cond delay="0"/>
                                          </p:stCondLst>
                                        </p:cTn>
                                        <p:tgtEl>
                                          <p:spTgt spid="25"/>
                                        </p:tgtEl>
                                        <p:attrNameLst>
                                          <p:attrName>style.visibility</p:attrName>
                                        </p:attrNameLst>
                                      </p:cBhvr>
                                      <p:to>
                                        <p:strVal val="visible"/>
                                      </p:to>
                                    </p:set>
                                    <p:anim calcmode="lin" valueType="num">
                                      <p:cBhvr additive="base">
                                        <p:cTn id="98" dur="450" fill="hold" decel="100000"/>
                                        <p:tgtEl>
                                          <p:spTgt spid="25"/>
                                        </p:tgtEl>
                                        <p:attrNameLst>
                                          <p:attrName>ppt_w</p:attrName>
                                        </p:attrNameLst>
                                      </p:cBhvr>
                                      <p:tavLst>
                                        <p:tav tm="0">
                                          <p:val>
                                            <p:strVal val="0"/>
                                          </p:val>
                                        </p:tav>
                                        <p:tav tm="100000">
                                          <p:val>
                                            <p:strVal val="#ppt_w"/>
                                          </p:val>
                                        </p:tav>
                                      </p:tavLst>
                                    </p:anim>
                                    <p:anim calcmode="lin" valueType="num">
                                      <p:cBhvr additive="base">
                                        <p:cTn id="99" dur="450" fill="hold" decel="100000"/>
                                        <p:tgtEl>
                                          <p:spTgt spid="25"/>
                                        </p:tgtEl>
                                        <p:attrNameLst>
                                          <p:attrName>ppt_h</p:attrName>
                                        </p:attrNameLst>
                                      </p:cBhvr>
                                      <p:tavLst>
                                        <p:tav tm="0">
                                          <p:val>
                                            <p:strVal val="0"/>
                                          </p:val>
                                        </p:tav>
                                        <p:tav tm="100000">
                                          <p:val>
                                            <p:strVal val="#ppt_h"/>
                                          </p:val>
                                        </p:tav>
                                      </p:tavLst>
                                    </p:anim>
                                    <p:animEffect transition="in" filter="fade">
                                      <p:cBhvr>
                                        <p:cTn id="100" dur="450"/>
                                        <p:tgtEl>
                                          <p:spTgt spid="25"/>
                                        </p:tgtEl>
                                      </p:cBhvr>
                                    </p:animEffect>
                                  </p:childTnLst>
                                </p:cTn>
                              </p:par>
                              <p:par>
                                <p:cTn id="101" presetID="42" presetClass="entr" presetSubtype="0" fill="hold" grpId="0" nodeType="withEffect">
                                  <p:stCondLst>
                                    <p:cond delay="1660"/>
                                  </p:stCondLst>
                                  <p:childTnLst>
                                    <p:set>
                                      <p:cBhvr>
                                        <p:cTn id="102" dur="1" fill="hold">
                                          <p:stCondLst>
                                            <p:cond delay="0"/>
                                          </p:stCondLst>
                                        </p:cTn>
                                        <p:tgtEl>
                                          <p:spTgt spid="26"/>
                                        </p:tgtEl>
                                        <p:attrNameLst>
                                          <p:attrName>style.visibility</p:attrName>
                                        </p:attrNameLst>
                                      </p:cBhvr>
                                      <p:to>
                                        <p:strVal val="visible"/>
                                      </p:to>
                                    </p:set>
                                    <p:animEffect transition="in" filter="fade">
                                      <p:cBhvr>
                                        <p:cTn id="103" dur="450"/>
                                        <p:tgtEl>
                                          <p:spTgt spid="26"/>
                                        </p:tgtEl>
                                      </p:cBhvr>
                                    </p:animEffect>
                                    <p:anim calcmode="lin" valueType="num">
                                      <p:cBhvr additive="base">
                                        <p:cTn id="104" dur="450" fill="hold" decel="100000"/>
                                        <p:tgtEl>
                                          <p:spTgt spid="26"/>
                                        </p:tgtEl>
                                        <p:attrNameLst>
                                          <p:attrName>ppt_x</p:attrName>
                                        </p:attrNameLst>
                                      </p:cBhvr>
                                      <p:tavLst>
                                        <p:tav tm="0">
                                          <p:val>
                                            <p:strVal val="#ppt_x"/>
                                          </p:val>
                                        </p:tav>
                                        <p:tav tm="100000">
                                          <p:val>
                                            <p:strVal val="#ppt_x"/>
                                          </p:val>
                                        </p:tav>
                                      </p:tavLst>
                                    </p:anim>
                                    <p:anim calcmode="lin" valueType="num">
                                      <p:cBhvr additive="base">
                                        <p:cTn id="105" dur="450" fill="hold" decel="100000"/>
                                        <p:tgtEl>
                                          <p:spTgt spid="26"/>
                                        </p:tgtEl>
                                        <p:attrNameLst>
                                          <p:attrName>ppt_y</p:attrName>
                                        </p:attrNameLst>
                                      </p:cBhvr>
                                      <p:tavLst>
                                        <p:tav tm="0">
                                          <p:val>
                                            <p:strVal val="#ppt_y+0.05"/>
                                          </p:val>
                                        </p:tav>
                                        <p:tav tm="100000">
                                          <p:val>
                                            <p:strVal val="#ppt_y"/>
                                          </p:val>
                                        </p:tav>
                                      </p:tavLst>
                                    </p:anim>
                                  </p:childTnLst>
                                </p:cTn>
                              </p:par>
                              <p:par>
                                <p:cTn id="106" presetID="42" presetClass="entr" presetSubtype="0" fill="hold" grpId="0" nodeType="withEffect">
                                  <p:stCondLst>
                                    <p:cond delay="1710"/>
                                  </p:stCondLst>
                                  <p:childTnLst>
                                    <p:set>
                                      <p:cBhvr>
                                        <p:cTn id="107" dur="1" fill="hold">
                                          <p:stCondLst>
                                            <p:cond delay="0"/>
                                          </p:stCondLst>
                                        </p:cTn>
                                        <p:tgtEl>
                                          <p:spTgt spid="27"/>
                                        </p:tgtEl>
                                        <p:attrNameLst>
                                          <p:attrName>style.visibility</p:attrName>
                                        </p:attrNameLst>
                                      </p:cBhvr>
                                      <p:to>
                                        <p:strVal val="visible"/>
                                      </p:to>
                                    </p:set>
                                    <p:animEffect transition="in" filter="fade">
                                      <p:cBhvr>
                                        <p:cTn id="108" dur="450"/>
                                        <p:tgtEl>
                                          <p:spTgt spid="27"/>
                                        </p:tgtEl>
                                      </p:cBhvr>
                                    </p:animEffect>
                                    <p:anim calcmode="lin" valueType="num">
                                      <p:cBhvr additive="base">
                                        <p:cTn id="109" dur="450" fill="hold" decel="100000"/>
                                        <p:tgtEl>
                                          <p:spTgt spid="27"/>
                                        </p:tgtEl>
                                        <p:attrNameLst>
                                          <p:attrName>ppt_x</p:attrName>
                                        </p:attrNameLst>
                                      </p:cBhvr>
                                      <p:tavLst>
                                        <p:tav tm="0">
                                          <p:val>
                                            <p:strVal val="#ppt_x"/>
                                          </p:val>
                                        </p:tav>
                                        <p:tav tm="100000">
                                          <p:val>
                                            <p:strVal val="#ppt_x"/>
                                          </p:val>
                                        </p:tav>
                                      </p:tavLst>
                                    </p:anim>
                                    <p:anim calcmode="lin" valueType="num">
                                      <p:cBhvr additive="base">
                                        <p:cTn id="110" dur="450" fill="hold" decel="100000"/>
                                        <p:tgtEl>
                                          <p:spTgt spid="27"/>
                                        </p:tgtEl>
                                        <p:attrNameLst>
                                          <p:attrName>ppt_y</p:attrName>
                                        </p:attrNameLst>
                                      </p:cBhvr>
                                      <p:tavLst>
                                        <p:tav tm="0">
                                          <p:val>
                                            <p:strVal val="#ppt_y+0.05"/>
                                          </p:val>
                                        </p:tav>
                                        <p:tav tm="100000">
                                          <p:val>
                                            <p:strVal val="#ppt_y"/>
                                          </p:val>
                                        </p:tav>
                                      </p:tavLst>
                                    </p:anim>
                                  </p:childTnLst>
                                </p:cTn>
                              </p:par>
                              <p:par>
                                <p:cTn id="111" presetID="10" presetClass="entr" presetSubtype="0" fill="hold" grpId="0" nodeType="withEffect">
                                  <p:stCondLst>
                                    <p:cond delay="2100"/>
                                  </p:stCondLst>
                                  <p:childTnLst>
                                    <p:set>
                                      <p:cBhvr>
                                        <p:cTn id="112" dur="1" fill="hold">
                                          <p:stCondLst>
                                            <p:cond delay="0"/>
                                          </p:stCondLst>
                                        </p:cTn>
                                        <p:tgtEl>
                                          <p:spTgt spid="28"/>
                                        </p:tgtEl>
                                        <p:attrNameLst>
                                          <p:attrName>style.visibility</p:attrName>
                                        </p:attrNameLst>
                                      </p:cBhvr>
                                      <p:to>
                                        <p:strVal val="visible"/>
                                      </p:to>
                                    </p:set>
                                    <p:animEffect transition="in" filter="fade">
                                      <p:cBhvr>
                                        <p:cTn id="113" dur="400"/>
                                        <p:tgtEl>
                                          <p:spTgt spid="28"/>
                                        </p:tgtEl>
                                      </p:cBhvr>
                                    </p:animEffect>
                                  </p:childTnLst>
                                </p:cTn>
                              </p:par>
                              <p:par>
                                <p:cTn id="114" presetID="42" presetClass="entr" presetSubtype="0" fill="hold" grpId="0" nodeType="withEffect">
                                  <p:stCondLst>
                                    <p:cond delay="2150"/>
                                  </p:stCondLst>
                                  <p:childTnLst>
                                    <p:set>
                                      <p:cBhvr>
                                        <p:cTn id="115" dur="1" fill="hold">
                                          <p:stCondLst>
                                            <p:cond delay="0"/>
                                          </p:stCondLst>
                                        </p:cTn>
                                        <p:tgtEl>
                                          <p:spTgt spid="29"/>
                                        </p:tgtEl>
                                        <p:attrNameLst>
                                          <p:attrName>style.visibility</p:attrName>
                                        </p:attrNameLst>
                                      </p:cBhvr>
                                      <p:to>
                                        <p:strVal val="visible"/>
                                      </p:to>
                                    </p:set>
                                    <p:animEffect transition="in" filter="fade">
                                      <p:cBhvr>
                                        <p:cTn id="116" dur="400"/>
                                        <p:tgtEl>
                                          <p:spTgt spid="29"/>
                                        </p:tgtEl>
                                      </p:cBhvr>
                                    </p:animEffect>
                                    <p:anim calcmode="lin" valueType="num">
                                      <p:cBhvr additive="base">
                                        <p:cTn id="117" dur="400" fill="hold" decel="100000"/>
                                        <p:tgtEl>
                                          <p:spTgt spid="29"/>
                                        </p:tgtEl>
                                        <p:attrNameLst>
                                          <p:attrName>ppt_x</p:attrName>
                                        </p:attrNameLst>
                                      </p:cBhvr>
                                      <p:tavLst>
                                        <p:tav tm="0">
                                          <p:val>
                                            <p:strVal val="#ppt_x"/>
                                          </p:val>
                                        </p:tav>
                                        <p:tav tm="100000">
                                          <p:val>
                                            <p:strVal val="#ppt_x"/>
                                          </p:val>
                                        </p:tav>
                                      </p:tavLst>
                                    </p:anim>
                                    <p:anim calcmode="lin" valueType="num">
                                      <p:cBhvr additive="base">
                                        <p:cTn id="118" dur="400" fill="hold" decel="100000"/>
                                        <p:tgtEl>
                                          <p:spTgt spid="29"/>
                                        </p:tgtEl>
                                        <p:attrNameLst>
                                          <p:attrName>ppt_y</p:attrName>
                                        </p:attrNameLst>
                                      </p:cBhvr>
                                      <p:tavLst>
                                        <p:tav tm="0">
                                          <p:val>
                                            <p:strVal val="#ppt_y+0.05"/>
                                          </p:val>
                                        </p:tav>
                                        <p:tav tm="100000">
                                          <p:val>
                                            <p:strVal val="#ppt_y"/>
                                          </p:val>
                                        </p:tav>
                                      </p:tavLst>
                                    </p:anim>
                                  </p:childTnLst>
                                </p:cTn>
                              </p:par>
                              <p:par>
                                <p:cTn id="119" presetID="42" presetClass="entr" presetSubtype="0" fill="hold" grpId="0" nodeType="withEffect">
                                  <p:stCondLst>
                                    <p:cond delay="2150"/>
                                  </p:stCondLst>
                                  <p:childTnLst>
                                    <p:set>
                                      <p:cBhvr>
                                        <p:cTn id="120" dur="1" fill="hold">
                                          <p:stCondLst>
                                            <p:cond delay="0"/>
                                          </p:stCondLst>
                                        </p:cTn>
                                        <p:tgtEl>
                                          <p:spTgt spid="30"/>
                                        </p:tgtEl>
                                        <p:attrNameLst>
                                          <p:attrName>style.visibility</p:attrName>
                                        </p:attrNameLst>
                                      </p:cBhvr>
                                      <p:to>
                                        <p:strVal val="visible"/>
                                      </p:to>
                                    </p:set>
                                    <p:animEffect transition="in" filter="fade">
                                      <p:cBhvr>
                                        <p:cTn id="121" dur="400"/>
                                        <p:tgtEl>
                                          <p:spTgt spid="30"/>
                                        </p:tgtEl>
                                      </p:cBhvr>
                                    </p:animEffect>
                                    <p:anim calcmode="lin" valueType="num">
                                      <p:cBhvr additive="base">
                                        <p:cTn id="122" dur="400" fill="hold" decel="100000"/>
                                        <p:tgtEl>
                                          <p:spTgt spid="30"/>
                                        </p:tgtEl>
                                        <p:attrNameLst>
                                          <p:attrName>ppt_x</p:attrName>
                                        </p:attrNameLst>
                                      </p:cBhvr>
                                      <p:tavLst>
                                        <p:tav tm="0">
                                          <p:val>
                                            <p:strVal val="#ppt_x"/>
                                          </p:val>
                                        </p:tav>
                                        <p:tav tm="100000">
                                          <p:val>
                                            <p:strVal val="#ppt_x"/>
                                          </p:val>
                                        </p:tav>
                                      </p:tavLst>
                                    </p:anim>
                                    <p:anim calcmode="lin" valueType="num">
                                      <p:cBhvr additive="base">
                                        <p:cTn id="123" dur="400" fill="hold" decel="100000"/>
                                        <p:tgtEl>
                                          <p:spTgt spid="30"/>
                                        </p:tgtEl>
                                        <p:attrNameLst>
                                          <p:attrName>ppt_y</p:attrName>
                                        </p:attrNameLst>
                                      </p:cBhvr>
                                      <p:tavLst>
                                        <p:tav tm="0">
                                          <p:val>
                                            <p:strVal val="#ppt_y+0.05"/>
                                          </p:val>
                                        </p:tav>
                                        <p:tav tm="100000">
                                          <p:val>
                                            <p:strVal val="#ppt_y"/>
                                          </p:val>
                                        </p:tav>
                                      </p:tavLst>
                                    </p:anim>
                                  </p:childTnLst>
                                </p:cTn>
                              </p:par>
                              <p:par>
                                <p:cTn id="124" presetID="42" presetClass="entr" presetSubtype="0" fill="hold" grpId="0" nodeType="withEffect">
                                  <p:stCondLst>
                                    <p:cond delay="2240"/>
                                  </p:stCondLst>
                                  <p:childTnLst>
                                    <p:set>
                                      <p:cBhvr>
                                        <p:cTn id="125" dur="1" fill="hold">
                                          <p:stCondLst>
                                            <p:cond delay="0"/>
                                          </p:stCondLst>
                                        </p:cTn>
                                        <p:tgtEl>
                                          <p:spTgt spid="31"/>
                                        </p:tgtEl>
                                        <p:attrNameLst>
                                          <p:attrName>style.visibility</p:attrName>
                                        </p:attrNameLst>
                                      </p:cBhvr>
                                      <p:to>
                                        <p:strVal val="visible"/>
                                      </p:to>
                                    </p:set>
                                    <p:animEffect transition="in" filter="fade">
                                      <p:cBhvr>
                                        <p:cTn id="126" dur="400"/>
                                        <p:tgtEl>
                                          <p:spTgt spid="31"/>
                                        </p:tgtEl>
                                      </p:cBhvr>
                                    </p:animEffect>
                                    <p:anim calcmode="lin" valueType="num">
                                      <p:cBhvr additive="base">
                                        <p:cTn id="127" dur="400" fill="hold" decel="100000"/>
                                        <p:tgtEl>
                                          <p:spTgt spid="31"/>
                                        </p:tgtEl>
                                        <p:attrNameLst>
                                          <p:attrName>ppt_x</p:attrName>
                                        </p:attrNameLst>
                                      </p:cBhvr>
                                      <p:tavLst>
                                        <p:tav tm="0">
                                          <p:val>
                                            <p:strVal val="#ppt_x"/>
                                          </p:val>
                                        </p:tav>
                                        <p:tav tm="100000">
                                          <p:val>
                                            <p:strVal val="#ppt_x"/>
                                          </p:val>
                                        </p:tav>
                                      </p:tavLst>
                                    </p:anim>
                                    <p:anim calcmode="lin" valueType="num">
                                      <p:cBhvr additive="base">
                                        <p:cTn id="128" dur="400" fill="hold" decel="100000"/>
                                        <p:tgtEl>
                                          <p:spTgt spid="31"/>
                                        </p:tgtEl>
                                        <p:attrNameLst>
                                          <p:attrName>ppt_y</p:attrName>
                                        </p:attrNameLst>
                                      </p:cBhvr>
                                      <p:tavLst>
                                        <p:tav tm="0">
                                          <p:val>
                                            <p:strVal val="#ppt_y+0.05"/>
                                          </p:val>
                                        </p:tav>
                                        <p:tav tm="100000">
                                          <p:val>
                                            <p:strVal val="#ppt_y"/>
                                          </p:val>
                                        </p:tav>
                                      </p:tavLst>
                                    </p:anim>
                                  </p:childTnLst>
                                </p:cTn>
                              </p:par>
                              <p:par>
                                <p:cTn id="129" presetID="42" presetClass="entr" presetSubtype="0" fill="hold" grpId="0" nodeType="withEffect">
                                  <p:stCondLst>
                                    <p:cond delay="2240"/>
                                  </p:stCondLst>
                                  <p:childTnLst>
                                    <p:set>
                                      <p:cBhvr>
                                        <p:cTn id="130" dur="1" fill="hold">
                                          <p:stCondLst>
                                            <p:cond delay="0"/>
                                          </p:stCondLst>
                                        </p:cTn>
                                        <p:tgtEl>
                                          <p:spTgt spid="32"/>
                                        </p:tgtEl>
                                        <p:attrNameLst>
                                          <p:attrName>style.visibility</p:attrName>
                                        </p:attrNameLst>
                                      </p:cBhvr>
                                      <p:to>
                                        <p:strVal val="visible"/>
                                      </p:to>
                                    </p:set>
                                    <p:animEffect transition="in" filter="fade">
                                      <p:cBhvr>
                                        <p:cTn id="131" dur="400"/>
                                        <p:tgtEl>
                                          <p:spTgt spid="32"/>
                                        </p:tgtEl>
                                      </p:cBhvr>
                                    </p:animEffect>
                                    <p:anim calcmode="lin" valueType="num">
                                      <p:cBhvr additive="base">
                                        <p:cTn id="132" dur="400" fill="hold" decel="100000"/>
                                        <p:tgtEl>
                                          <p:spTgt spid="32"/>
                                        </p:tgtEl>
                                        <p:attrNameLst>
                                          <p:attrName>ppt_x</p:attrName>
                                        </p:attrNameLst>
                                      </p:cBhvr>
                                      <p:tavLst>
                                        <p:tav tm="0">
                                          <p:val>
                                            <p:strVal val="#ppt_x"/>
                                          </p:val>
                                        </p:tav>
                                        <p:tav tm="100000">
                                          <p:val>
                                            <p:strVal val="#ppt_x"/>
                                          </p:val>
                                        </p:tav>
                                      </p:tavLst>
                                    </p:anim>
                                    <p:anim calcmode="lin" valueType="num">
                                      <p:cBhvr additive="base">
                                        <p:cTn id="133" dur="400" fill="hold" decel="100000"/>
                                        <p:tgtEl>
                                          <p:spTgt spid="32"/>
                                        </p:tgtEl>
                                        <p:attrNameLst>
                                          <p:attrName>ppt_y</p:attrName>
                                        </p:attrNameLst>
                                      </p:cBhvr>
                                      <p:tavLst>
                                        <p:tav tm="0">
                                          <p:val>
                                            <p:strVal val="#ppt_y+0.05"/>
                                          </p:val>
                                        </p:tav>
                                        <p:tav tm="100000">
                                          <p:val>
                                            <p:strVal val="#ppt_y"/>
                                          </p:val>
                                        </p:tav>
                                      </p:tavLst>
                                    </p:anim>
                                  </p:childTnLst>
                                </p:cTn>
                              </p:par>
                              <p:par>
                                <p:cTn id="134" presetID="42" presetClass="entr" presetSubtype="0" fill="hold" grpId="0" nodeType="withEffect">
                                  <p:stCondLst>
                                    <p:cond delay="2330"/>
                                  </p:stCondLst>
                                  <p:childTnLst>
                                    <p:set>
                                      <p:cBhvr>
                                        <p:cTn id="135" dur="1" fill="hold">
                                          <p:stCondLst>
                                            <p:cond delay="0"/>
                                          </p:stCondLst>
                                        </p:cTn>
                                        <p:tgtEl>
                                          <p:spTgt spid="33"/>
                                        </p:tgtEl>
                                        <p:attrNameLst>
                                          <p:attrName>style.visibility</p:attrName>
                                        </p:attrNameLst>
                                      </p:cBhvr>
                                      <p:to>
                                        <p:strVal val="visible"/>
                                      </p:to>
                                    </p:set>
                                    <p:animEffect transition="in" filter="fade">
                                      <p:cBhvr>
                                        <p:cTn id="136" dur="400"/>
                                        <p:tgtEl>
                                          <p:spTgt spid="33"/>
                                        </p:tgtEl>
                                      </p:cBhvr>
                                    </p:animEffect>
                                    <p:anim calcmode="lin" valueType="num">
                                      <p:cBhvr additive="base">
                                        <p:cTn id="137" dur="400" fill="hold" decel="100000"/>
                                        <p:tgtEl>
                                          <p:spTgt spid="33"/>
                                        </p:tgtEl>
                                        <p:attrNameLst>
                                          <p:attrName>ppt_x</p:attrName>
                                        </p:attrNameLst>
                                      </p:cBhvr>
                                      <p:tavLst>
                                        <p:tav tm="0">
                                          <p:val>
                                            <p:strVal val="#ppt_x"/>
                                          </p:val>
                                        </p:tav>
                                        <p:tav tm="100000">
                                          <p:val>
                                            <p:strVal val="#ppt_x"/>
                                          </p:val>
                                        </p:tav>
                                      </p:tavLst>
                                    </p:anim>
                                    <p:anim calcmode="lin" valueType="num">
                                      <p:cBhvr additive="base">
                                        <p:cTn id="138" dur="400" fill="hold" decel="100000"/>
                                        <p:tgtEl>
                                          <p:spTgt spid="33"/>
                                        </p:tgtEl>
                                        <p:attrNameLst>
                                          <p:attrName>ppt_y</p:attrName>
                                        </p:attrNameLst>
                                      </p:cBhvr>
                                      <p:tavLst>
                                        <p:tav tm="0">
                                          <p:val>
                                            <p:strVal val="#ppt_y+0.05"/>
                                          </p:val>
                                        </p:tav>
                                        <p:tav tm="100000">
                                          <p:val>
                                            <p:strVal val="#ppt_y"/>
                                          </p:val>
                                        </p:tav>
                                      </p:tavLst>
                                    </p:anim>
                                  </p:childTnLst>
                                </p:cTn>
                              </p:par>
                              <p:par>
                                <p:cTn id="139" presetID="42" presetClass="entr" presetSubtype="0" fill="hold" grpId="0" nodeType="withEffect">
                                  <p:stCondLst>
                                    <p:cond delay="2330"/>
                                  </p:stCondLst>
                                  <p:childTnLst>
                                    <p:set>
                                      <p:cBhvr>
                                        <p:cTn id="140" dur="1" fill="hold">
                                          <p:stCondLst>
                                            <p:cond delay="0"/>
                                          </p:stCondLst>
                                        </p:cTn>
                                        <p:tgtEl>
                                          <p:spTgt spid="34"/>
                                        </p:tgtEl>
                                        <p:attrNameLst>
                                          <p:attrName>style.visibility</p:attrName>
                                        </p:attrNameLst>
                                      </p:cBhvr>
                                      <p:to>
                                        <p:strVal val="visible"/>
                                      </p:to>
                                    </p:set>
                                    <p:animEffect transition="in" filter="fade">
                                      <p:cBhvr>
                                        <p:cTn id="141" dur="400"/>
                                        <p:tgtEl>
                                          <p:spTgt spid="34"/>
                                        </p:tgtEl>
                                      </p:cBhvr>
                                    </p:animEffect>
                                    <p:anim calcmode="lin" valueType="num">
                                      <p:cBhvr additive="base">
                                        <p:cTn id="142" dur="400" fill="hold" decel="100000"/>
                                        <p:tgtEl>
                                          <p:spTgt spid="34"/>
                                        </p:tgtEl>
                                        <p:attrNameLst>
                                          <p:attrName>ppt_x</p:attrName>
                                        </p:attrNameLst>
                                      </p:cBhvr>
                                      <p:tavLst>
                                        <p:tav tm="0">
                                          <p:val>
                                            <p:strVal val="#ppt_x"/>
                                          </p:val>
                                        </p:tav>
                                        <p:tav tm="100000">
                                          <p:val>
                                            <p:strVal val="#ppt_x"/>
                                          </p:val>
                                        </p:tav>
                                      </p:tavLst>
                                    </p:anim>
                                    <p:anim calcmode="lin" valueType="num">
                                      <p:cBhvr additive="base">
                                        <p:cTn id="143" dur="400" fill="hold" decel="100000"/>
                                        <p:tgtEl>
                                          <p:spTgt spid="34"/>
                                        </p:tgtEl>
                                        <p:attrNameLst>
                                          <p:attrName>ppt_y</p:attrName>
                                        </p:attrNameLst>
                                      </p:cBhvr>
                                      <p:tavLst>
                                        <p:tav tm="0">
                                          <p:val>
                                            <p:strVal val="#ppt_y+0.05"/>
                                          </p:val>
                                        </p:tav>
                                        <p:tav tm="100000">
                                          <p:val>
                                            <p:strVal val="#ppt_y"/>
                                          </p:val>
                                        </p:tav>
                                      </p:tavLst>
                                    </p:anim>
                                  </p:childTnLst>
                                </p:cTn>
                              </p:par>
                              <p:par>
                                <p:cTn id="144" presetID="42" presetClass="entr" presetSubtype="0" fill="hold" grpId="0" nodeType="withEffect">
                                  <p:stCondLst>
                                    <p:cond delay="2420"/>
                                  </p:stCondLst>
                                  <p:childTnLst>
                                    <p:set>
                                      <p:cBhvr>
                                        <p:cTn id="145" dur="1" fill="hold">
                                          <p:stCondLst>
                                            <p:cond delay="0"/>
                                          </p:stCondLst>
                                        </p:cTn>
                                        <p:tgtEl>
                                          <p:spTgt spid="35"/>
                                        </p:tgtEl>
                                        <p:attrNameLst>
                                          <p:attrName>style.visibility</p:attrName>
                                        </p:attrNameLst>
                                      </p:cBhvr>
                                      <p:to>
                                        <p:strVal val="visible"/>
                                      </p:to>
                                    </p:set>
                                    <p:animEffect transition="in" filter="fade">
                                      <p:cBhvr>
                                        <p:cTn id="146" dur="400"/>
                                        <p:tgtEl>
                                          <p:spTgt spid="35"/>
                                        </p:tgtEl>
                                      </p:cBhvr>
                                    </p:animEffect>
                                    <p:anim calcmode="lin" valueType="num">
                                      <p:cBhvr additive="base">
                                        <p:cTn id="147" dur="400" fill="hold" decel="100000"/>
                                        <p:tgtEl>
                                          <p:spTgt spid="35"/>
                                        </p:tgtEl>
                                        <p:attrNameLst>
                                          <p:attrName>ppt_x</p:attrName>
                                        </p:attrNameLst>
                                      </p:cBhvr>
                                      <p:tavLst>
                                        <p:tav tm="0">
                                          <p:val>
                                            <p:strVal val="#ppt_x"/>
                                          </p:val>
                                        </p:tav>
                                        <p:tav tm="100000">
                                          <p:val>
                                            <p:strVal val="#ppt_x"/>
                                          </p:val>
                                        </p:tav>
                                      </p:tavLst>
                                    </p:anim>
                                    <p:anim calcmode="lin" valueType="num">
                                      <p:cBhvr additive="base">
                                        <p:cTn id="148" dur="400" fill="hold" decel="100000"/>
                                        <p:tgtEl>
                                          <p:spTgt spid="35"/>
                                        </p:tgtEl>
                                        <p:attrNameLst>
                                          <p:attrName>ppt_y</p:attrName>
                                        </p:attrNameLst>
                                      </p:cBhvr>
                                      <p:tavLst>
                                        <p:tav tm="0">
                                          <p:val>
                                            <p:strVal val="#ppt_y+0.05"/>
                                          </p:val>
                                        </p:tav>
                                        <p:tav tm="100000">
                                          <p:val>
                                            <p:strVal val="#ppt_y"/>
                                          </p:val>
                                        </p:tav>
                                      </p:tavLst>
                                    </p:anim>
                                  </p:childTnLst>
                                </p:cTn>
                              </p:par>
                              <p:par>
                                <p:cTn id="149" presetID="42" presetClass="entr" presetSubtype="0" fill="hold" grpId="0" nodeType="withEffect">
                                  <p:stCondLst>
                                    <p:cond delay="2420"/>
                                  </p:stCondLst>
                                  <p:childTnLst>
                                    <p:set>
                                      <p:cBhvr>
                                        <p:cTn id="150" dur="1" fill="hold">
                                          <p:stCondLst>
                                            <p:cond delay="0"/>
                                          </p:stCondLst>
                                        </p:cTn>
                                        <p:tgtEl>
                                          <p:spTgt spid="36"/>
                                        </p:tgtEl>
                                        <p:attrNameLst>
                                          <p:attrName>style.visibility</p:attrName>
                                        </p:attrNameLst>
                                      </p:cBhvr>
                                      <p:to>
                                        <p:strVal val="visible"/>
                                      </p:to>
                                    </p:set>
                                    <p:animEffect transition="in" filter="fade">
                                      <p:cBhvr>
                                        <p:cTn id="151" dur="400"/>
                                        <p:tgtEl>
                                          <p:spTgt spid="36"/>
                                        </p:tgtEl>
                                      </p:cBhvr>
                                    </p:animEffect>
                                    <p:anim calcmode="lin" valueType="num">
                                      <p:cBhvr additive="base">
                                        <p:cTn id="152" dur="400" fill="hold" decel="100000"/>
                                        <p:tgtEl>
                                          <p:spTgt spid="36"/>
                                        </p:tgtEl>
                                        <p:attrNameLst>
                                          <p:attrName>ppt_x</p:attrName>
                                        </p:attrNameLst>
                                      </p:cBhvr>
                                      <p:tavLst>
                                        <p:tav tm="0">
                                          <p:val>
                                            <p:strVal val="#ppt_x"/>
                                          </p:val>
                                        </p:tav>
                                        <p:tav tm="100000">
                                          <p:val>
                                            <p:strVal val="#ppt_x"/>
                                          </p:val>
                                        </p:tav>
                                      </p:tavLst>
                                    </p:anim>
                                    <p:anim calcmode="lin" valueType="num">
                                      <p:cBhvr additive="base">
                                        <p:cTn id="153" dur="400" fill="hold" decel="100000"/>
                                        <p:tgtEl>
                                          <p:spTgt spid="36"/>
                                        </p:tgtEl>
                                        <p:attrNameLst>
                                          <p:attrName>ppt_y</p:attrName>
                                        </p:attrNameLst>
                                      </p:cBhvr>
                                      <p:tavLst>
                                        <p:tav tm="0">
                                          <p:val>
                                            <p:strVal val="#ppt_y+0.05"/>
                                          </p:val>
                                        </p:tav>
                                        <p:tav tm="100000">
                                          <p:val>
                                            <p:strVal val="#ppt_y"/>
                                          </p:val>
                                        </p:tav>
                                      </p:tavLst>
                                    </p:anim>
                                  </p:childTnLst>
                                </p:cTn>
                              </p:par>
                              <p:par>
                                <p:cTn id="154" presetID="42" presetClass="entr" presetSubtype="0" fill="hold" grpId="0" nodeType="withEffect">
                                  <p:stCondLst>
                                    <p:cond delay="2510"/>
                                  </p:stCondLst>
                                  <p:childTnLst>
                                    <p:set>
                                      <p:cBhvr>
                                        <p:cTn id="155" dur="1" fill="hold">
                                          <p:stCondLst>
                                            <p:cond delay="0"/>
                                          </p:stCondLst>
                                        </p:cTn>
                                        <p:tgtEl>
                                          <p:spTgt spid="37"/>
                                        </p:tgtEl>
                                        <p:attrNameLst>
                                          <p:attrName>style.visibility</p:attrName>
                                        </p:attrNameLst>
                                      </p:cBhvr>
                                      <p:to>
                                        <p:strVal val="visible"/>
                                      </p:to>
                                    </p:set>
                                    <p:animEffect transition="in" filter="fade">
                                      <p:cBhvr>
                                        <p:cTn id="156" dur="400"/>
                                        <p:tgtEl>
                                          <p:spTgt spid="37"/>
                                        </p:tgtEl>
                                      </p:cBhvr>
                                    </p:animEffect>
                                    <p:anim calcmode="lin" valueType="num">
                                      <p:cBhvr additive="base">
                                        <p:cTn id="157" dur="400" fill="hold" decel="100000"/>
                                        <p:tgtEl>
                                          <p:spTgt spid="37"/>
                                        </p:tgtEl>
                                        <p:attrNameLst>
                                          <p:attrName>ppt_x</p:attrName>
                                        </p:attrNameLst>
                                      </p:cBhvr>
                                      <p:tavLst>
                                        <p:tav tm="0">
                                          <p:val>
                                            <p:strVal val="#ppt_x"/>
                                          </p:val>
                                        </p:tav>
                                        <p:tav tm="100000">
                                          <p:val>
                                            <p:strVal val="#ppt_x"/>
                                          </p:val>
                                        </p:tav>
                                      </p:tavLst>
                                    </p:anim>
                                    <p:anim calcmode="lin" valueType="num">
                                      <p:cBhvr additive="base">
                                        <p:cTn id="158" dur="400" fill="hold" decel="100000"/>
                                        <p:tgtEl>
                                          <p:spTgt spid="37"/>
                                        </p:tgtEl>
                                        <p:attrNameLst>
                                          <p:attrName>ppt_y</p:attrName>
                                        </p:attrNameLst>
                                      </p:cBhvr>
                                      <p:tavLst>
                                        <p:tav tm="0">
                                          <p:val>
                                            <p:strVal val="#ppt_y+0.05"/>
                                          </p:val>
                                        </p:tav>
                                        <p:tav tm="100000">
                                          <p:val>
                                            <p:strVal val="#ppt_y"/>
                                          </p:val>
                                        </p:tav>
                                      </p:tavLst>
                                    </p:anim>
                                  </p:childTnLst>
                                </p:cTn>
                              </p:par>
                              <p:par>
                                <p:cTn id="159" presetID="42" presetClass="entr" presetSubtype="0" fill="hold" grpId="0" nodeType="withEffect">
                                  <p:stCondLst>
                                    <p:cond delay="251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400"/>
                                        <p:tgtEl>
                                          <p:spTgt spid="38"/>
                                        </p:tgtEl>
                                      </p:cBhvr>
                                    </p:animEffect>
                                    <p:anim calcmode="lin" valueType="num">
                                      <p:cBhvr additive="base">
                                        <p:cTn id="162" dur="400" fill="hold" decel="100000"/>
                                        <p:tgtEl>
                                          <p:spTgt spid="38"/>
                                        </p:tgtEl>
                                        <p:attrNameLst>
                                          <p:attrName>ppt_x</p:attrName>
                                        </p:attrNameLst>
                                      </p:cBhvr>
                                      <p:tavLst>
                                        <p:tav tm="0">
                                          <p:val>
                                            <p:strVal val="#ppt_x"/>
                                          </p:val>
                                        </p:tav>
                                        <p:tav tm="100000">
                                          <p:val>
                                            <p:strVal val="#ppt_x"/>
                                          </p:val>
                                        </p:tav>
                                      </p:tavLst>
                                    </p:anim>
                                    <p:anim calcmode="lin" valueType="num">
                                      <p:cBhvr additive="base">
                                        <p:cTn id="163" dur="400" fill="hold" decel="100000"/>
                                        <p:tgtEl>
                                          <p:spTgt spid="38"/>
                                        </p:tgtEl>
                                        <p:attrNameLst>
                                          <p:attrName>ppt_y</p:attrName>
                                        </p:attrNameLst>
                                      </p:cBhvr>
                                      <p:tavLst>
                                        <p:tav tm="0">
                                          <p:val>
                                            <p:strVal val="#ppt_y+0.05"/>
                                          </p:val>
                                        </p:tav>
                                        <p:tav tm="100000">
                                          <p:val>
                                            <p:strVal val="#ppt_y"/>
                                          </p:val>
                                        </p:tav>
                                      </p:tavLst>
                                    </p:anim>
                                  </p:childTnLst>
                                </p:cTn>
                              </p:par>
                              <p:par>
                                <p:cTn id="164" presetID="42" presetClass="entr" presetSubtype="0" fill="hold" grpId="0" nodeType="withEffect">
                                  <p:stCondLst>
                                    <p:cond delay="2600"/>
                                  </p:stCondLst>
                                  <p:childTnLst>
                                    <p:set>
                                      <p:cBhvr>
                                        <p:cTn id="165" dur="1" fill="hold">
                                          <p:stCondLst>
                                            <p:cond delay="0"/>
                                          </p:stCondLst>
                                        </p:cTn>
                                        <p:tgtEl>
                                          <p:spTgt spid="39"/>
                                        </p:tgtEl>
                                        <p:attrNameLst>
                                          <p:attrName>style.visibility</p:attrName>
                                        </p:attrNameLst>
                                      </p:cBhvr>
                                      <p:to>
                                        <p:strVal val="visible"/>
                                      </p:to>
                                    </p:set>
                                    <p:animEffect transition="in" filter="fade">
                                      <p:cBhvr>
                                        <p:cTn id="166" dur="400"/>
                                        <p:tgtEl>
                                          <p:spTgt spid="39"/>
                                        </p:tgtEl>
                                      </p:cBhvr>
                                    </p:animEffect>
                                    <p:anim calcmode="lin" valueType="num">
                                      <p:cBhvr additive="base">
                                        <p:cTn id="167" dur="400" fill="hold" decel="100000"/>
                                        <p:tgtEl>
                                          <p:spTgt spid="39"/>
                                        </p:tgtEl>
                                        <p:attrNameLst>
                                          <p:attrName>ppt_x</p:attrName>
                                        </p:attrNameLst>
                                      </p:cBhvr>
                                      <p:tavLst>
                                        <p:tav tm="0">
                                          <p:val>
                                            <p:strVal val="#ppt_x"/>
                                          </p:val>
                                        </p:tav>
                                        <p:tav tm="100000">
                                          <p:val>
                                            <p:strVal val="#ppt_x"/>
                                          </p:val>
                                        </p:tav>
                                      </p:tavLst>
                                    </p:anim>
                                    <p:anim calcmode="lin" valueType="num">
                                      <p:cBhvr additive="base">
                                        <p:cTn id="168" dur="400" fill="hold" decel="100000"/>
                                        <p:tgtEl>
                                          <p:spTgt spid="39"/>
                                        </p:tgtEl>
                                        <p:attrNameLst>
                                          <p:attrName>ppt_y</p:attrName>
                                        </p:attrNameLst>
                                      </p:cBhvr>
                                      <p:tavLst>
                                        <p:tav tm="0">
                                          <p:val>
                                            <p:strVal val="#ppt_y+0.05"/>
                                          </p:val>
                                        </p:tav>
                                        <p:tav tm="100000">
                                          <p:val>
                                            <p:strVal val="#ppt_y"/>
                                          </p:val>
                                        </p:tav>
                                      </p:tavLst>
                                    </p:anim>
                                  </p:childTnLst>
                                </p:cTn>
                              </p:par>
                              <p:par>
                                <p:cTn id="169" presetID="42" presetClass="entr" presetSubtype="0" fill="hold" grpId="0" nodeType="withEffect">
                                  <p:stCondLst>
                                    <p:cond delay="2600"/>
                                  </p:stCondLst>
                                  <p:childTnLst>
                                    <p:set>
                                      <p:cBhvr>
                                        <p:cTn id="170" dur="1" fill="hold">
                                          <p:stCondLst>
                                            <p:cond delay="0"/>
                                          </p:stCondLst>
                                        </p:cTn>
                                        <p:tgtEl>
                                          <p:spTgt spid="40"/>
                                        </p:tgtEl>
                                        <p:attrNameLst>
                                          <p:attrName>style.visibility</p:attrName>
                                        </p:attrNameLst>
                                      </p:cBhvr>
                                      <p:to>
                                        <p:strVal val="visible"/>
                                      </p:to>
                                    </p:set>
                                    <p:animEffect transition="in" filter="fade">
                                      <p:cBhvr>
                                        <p:cTn id="171" dur="400"/>
                                        <p:tgtEl>
                                          <p:spTgt spid="40"/>
                                        </p:tgtEl>
                                      </p:cBhvr>
                                    </p:animEffect>
                                    <p:anim calcmode="lin" valueType="num">
                                      <p:cBhvr additive="base">
                                        <p:cTn id="172" dur="400" fill="hold" decel="100000"/>
                                        <p:tgtEl>
                                          <p:spTgt spid="40"/>
                                        </p:tgtEl>
                                        <p:attrNameLst>
                                          <p:attrName>ppt_x</p:attrName>
                                        </p:attrNameLst>
                                      </p:cBhvr>
                                      <p:tavLst>
                                        <p:tav tm="0">
                                          <p:val>
                                            <p:strVal val="#ppt_x"/>
                                          </p:val>
                                        </p:tav>
                                        <p:tav tm="100000">
                                          <p:val>
                                            <p:strVal val="#ppt_x"/>
                                          </p:val>
                                        </p:tav>
                                      </p:tavLst>
                                    </p:anim>
                                    <p:anim calcmode="lin" valueType="num">
                                      <p:cBhvr additive="base">
                                        <p:cTn id="173" dur="400" fill="hold" decel="100000"/>
                                        <p:tgtEl>
                                          <p:spTgt spid="40"/>
                                        </p:tgtEl>
                                        <p:attrNameLst>
                                          <p:attrName>ppt_y</p:attrName>
                                        </p:attrNameLst>
                                      </p:cBhvr>
                                      <p:tavLst>
                                        <p:tav tm="0">
                                          <p:val>
                                            <p:strVal val="#ppt_y+0.05"/>
                                          </p:val>
                                        </p:tav>
                                        <p:tav tm="100000">
                                          <p:val>
                                            <p:strVal val="#ppt_y"/>
                                          </p:val>
                                        </p:tav>
                                      </p:tavLst>
                                    </p:anim>
                                  </p:childTnLst>
                                </p:cTn>
                              </p:par>
                              <p:par>
                                <p:cTn id="174" presetID="42" presetClass="entr" presetSubtype="0" fill="hold" grpId="0" nodeType="withEffect">
                                  <p:stCondLst>
                                    <p:cond delay="2690"/>
                                  </p:stCondLst>
                                  <p:childTnLst>
                                    <p:set>
                                      <p:cBhvr>
                                        <p:cTn id="175" dur="1" fill="hold">
                                          <p:stCondLst>
                                            <p:cond delay="0"/>
                                          </p:stCondLst>
                                        </p:cTn>
                                        <p:tgtEl>
                                          <p:spTgt spid="41"/>
                                        </p:tgtEl>
                                        <p:attrNameLst>
                                          <p:attrName>style.visibility</p:attrName>
                                        </p:attrNameLst>
                                      </p:cBhvr>
                                      <p:to>
                                        <p:strVal val="visible"/>
                                      </p:to>
                                    </p:set>
                                    <p:animEffect transition="in" filter="fade">
                                      <p:cBhvr>
                                        <p:cTn id="176" dur="400"/>
                                        <p:tgtEl>
                                          <p:spTgt spid="41"/>
                                        </p:tgtEl>
                                      </p:cBhvr>
                                    </p:animEffect>
                                    <p:anim calcmode="lin" valueType="num">
                                      <p:cBhvr additive="base">
                                        <p:cTn id="177" dur="400" fill="hold" decel="100000"/>
                                        <p:tgtEl>
                                          <p:spTgt spid="41"/>
                                        </p:tgtEl>
                                        <p:attrNameLst>
                                          <p:attrName>ppt_x</p:attrName>
                                        </p:attrNameLst>
                                      </p:cBhvr>
                                      <p:tavLst>
                                        <p:tav tm="0">
                                          <p:val>
                                            <p:strVal val="#ppt_x"/>
                                          </p:val>
                                        </p:tav>
                                        <p:tav tm="100000">
                                          <p:val>
                                            <p:strVal val="#ppt_x"/>
                                          </p:val>
                                        </p:tav>
                                      </p:tavLst>
                                    </p:anim>
                                    <p:anim calcmode="lin" valueType="num">
                                      <p:cBhvr additive="base">
                                        <p:cTn id="178" dur="400" fill="hold" decel="100000"/>
                                        <p:tgtEl>
                                          <p:spTgt spid="41"/>
                                        </p:tgtEl>
                                        <p:attrNameLst>
                                          <p:attrName>ppt_y</p:attrName>
                                        </p:attrNameLst>
                                      </p:cBhvr>
                                      <p:tavLst>
                                        <p:tav tm="0">
                                          <p:val>
                                            <p:strVal val="#ppt_y+0.05"/>
                                          </p:val>
                                        </p:tav>
                                        <p:tav tm="100000">
                                          <p:val>
                                            <p:strVal val="#ppt_y"/>
                                          </p:val>
                                        </p:tav>
                                      </p:tavLst>
                                    </p:anim>
                                  </p:childTnLst>
                                </p:cTn>
                              </p:par>
                              <p:par>
                                <p:cTn id="179" presetID="42" presetClass="entr" presetSubtype="0" fill="hold" grpId="0" nodeType="withEffect">
                                  <p:stCondLst>
                                    <p:cond delay="2690"/>
                                  </p:stCondLst>
                                  <p:childTnLst>
                                    <p:set>
                                      <p:cBhvr>
                                        <p:cTn id="180" dur="1" fill="hold">
                                          <p:stCondLst>
                                            <p:cond delay="0"/>
                                          </p:stCondLst>
                                        </p:cTn>
                                        <p:tgtEl>
                                          <p:spTgt spid="42"/>
                                        </p:tgtEl>
                                        <p:attrNameLst>
                                          <p:attrName>style.visibility</p:attrName>
                                        </p:attrNameLst>
                                      </p:cBhvr>
                                      <p:to>
                                        <p:strVal val="visible"/>
                                      </p:to>
                                    </p:set>
                                    <p:animEffect transition="in" filter="fade">
                                      <p:cBhvr>
                                        <p:cTn id="181" dur="400"/>
                                        <p:tgtEl>
                                          <p:spTgt spid="42"/>
                                        </p:tgtEl>
                                      </p:cBhvr>
                                    </p:animEffect>
                                    <p:anim calcmode="lin" valueType="num">
                                      <p:cBhvr additive="base">
                                        <p:cTn id="182" dur="400" fill="hold" decel="100000"/>
                                        <p:tgtEl>
                                          <p:spTgt spid="42"/>
                                        </p:tgtEl>
                                        <p:attrNameLst>
                                          <p:attrName>ppt_x</p:attrName>
                                        </p:attrNameLst>
                                      </p:cBhvr>
                                      <p:tavLst>
                                        <p:tav tm="0">
                                          <p:val>
                                            <p:strVal val="#ppt_x"/>
                                          </p:val>
                                        </p:tav>
                                        <p:tav tm="100000">
                                          <p:val>
                                            <p:strVal val="#ppt_x"/>
                                          </p:val>
                                        </p:tav>
                                      </p:tavLst>
                                    </p:anim>
                                    <p:anim calcmode="lin" valueType="num">
                                      <p:cBhvr additive="base">
                                        <p:cTn id="183" dur="400" fill="hold" decel="100000"/>
                                        <p:tgtEl>
                                          <p:spTgt spid="42"/>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rbA"/>
          <p:cNvSpPr/>
          <p:nvPr/>
        </p:nvSpPr>
        <p:spPr>
          <a:xfrm>
            <a:off x="7863840" y="-2377440"/>
            <a:ext cx="5486400" cy="5486400"/>
          </a:xfrm>
          <a:prstGeom prst="ellipse">
            <a:avLst/>
          </a:prstGeom>
          <a:solidFill>
            <a:schemeClr val="accent1">
              <a:alpha val="14000"/>
            </a:schemeClr>
          </a:solidFill>
          <a:ln/>
        </p:spPr>
      </p:sp>
      <p:sp>
        <p:nvSpPr>
          <p:cNvPr id="3" name="!!orbB"/>
          <p:cNvSpPr/>
          <p:nvPr/>
        </p:nvSpPr>
        <p:spPr>
          <a:xfrm>
            <a:off x="-914400" y="5760720"/>
            <a:ext cx="1371600" cy="1371600"/>
          </a:xfrm>
          <a:prstGeom prst="ellipse">
            <a:avLst/>
          </a:prstGeom>
          <a:solidFill>
            <a:schemeClr val="accent2">
              <a:alpha val="40000"/>
            </a:schemeClr>
          </a:solidFill>
          <a:ln/>
        </p:spPr>
      </p:sp>
      <p:sp>
        <p:nvSpPr>
          <p:cNvPr id="4" name="!!orbC"/>
          <p:cNvSpPr/>
          <p:nvPr/>
        </p:nvSpPr>
        <p:spPr>
          <a:xfrm>
            <a:off x="11658600" y="5486400"/>
            <a:ext cx="640080" cy="640080"/>
          </a:xfrm>
          <a:prstGeom prst="ellipse">
            <a:avLst/>
          </a:prstGeom>
          <a:solidFill>
            <a:schemeClr val="accent3">
              <a:alpha val="7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bg1"/>
                </a:solidFill>
              </a:rPr>
              <a:t>Built responsibly</a:t>
            </a:r>
            <a:endParaRPr lang="en-US" sz="3600" dirty="0"/>
          </a:p>
        </p:txBody>
      </p:sp>
      <p:sp>
        <p:nvSpPr>
          <p:cNvPr id="6" name="shape_266"/>
          <p:cNvSpPr/>
          <p:nvPr/>
        </p:nvSpPr>
        <p:spPr>
          <a:xfrm>
            <a:off x="548640" y="1645920"/>
            <a:ext cx="3514344" cy="3749040"/>
          </a:xfrm>
          <a:prstGeom prst="roundRect">
            <a:avLst>
              <a:gd name="adj" fmla="val 5204"/>
            </a:avLst>
          </a:prstGeom>
          <a:solidFill>
            <a:schemeClr val="tx2"/>
          </a:solidFill>
          <a:ln w="12700">
            <a:solidFill>
              <a:schemeClr val="accent1">
                <a:alpha val="50000"/>
              </a:schemeClr>
            </a:solidFill>
            <a:prstDash val="solid"/>
          </a:ln>
        </p:spPr>
      </p:sp>
      <p:sp>
        <p:nvSpPr>
          <p:cNvPr id="7" name="shape_267"/>
          <p:cNvSpPr/>
          <p:nvPr/>
        </p:nvSpPr>
        <p:spPr>
          <a:xfrm>
            <a:off x="914400" y="2057400"/>
            <a:ext cx="777240" cy="777240"/>
          </a:xfrm>
          <a:prstGeom prst="ellipse">
            <a:avLst/>
          </a:prstGeom>
          <a:solidFill>
            <a:schemeClr val="accent1"/>
          </a:solidFill>
          <a:ln/>
        </p:spPr>
      </p:sp>
      <p:pic>
        <p:nvPicPr>
          <p:cNvPr id="8" name="icon_268" descr="Stethoscope icon">    </p:cNvPr>
          <p:cNvPicPr>
            <a:picLocks noChangeAspect="1"/>
          </p:cNvPicPr>
          <p:nvPr/>
        </p:nvPicPr>
        <p:blipFill>
          <a:blip r:embed="rId1"/>
          <a:stretch>
            <a:fillRect/>
          </a:stretch>
        </p:blipFill>
        <p:spPr>
          <a:xfrm>
            <a:off x="1100938" y="2243938"/>
            <a:ext cx="404165" cy="404165"/>
          </a:xfrm>
          <a:prstGeom prst="rect">
            <a:avLst/>
          </a:prstGeom>
        </p:spPr>
      </p:pic>
      <p:sp>
        <p:nvSpPr>
          <p:cNvPr id="9" name="text_269"/>
          <p:cNvSpPr txBox="1"/>
          <p:nvPr/>
        </p:nvSpPr>
        <p:spPr>
          <a:xfrm>
            <a:off x="914400" y="3063240"/>
            <a:ext cx="2782824"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Preventive, not diagnostic</a:t>
            </a:r>
            <a:endParaRPr lang="en-US" sz="2000" dirty="0"/>
          </a:p>
        </p:txBody>
      </p:sp>
      <p:sp>
        <p:nvSpPr>
          <p:cNvPr id="10" name="text_270"/>
          <p:cNvSpPr txBox="1"/>
          <p:nvPr/>
        </p:nvSpPr>
        <p:spPr>
          <a:xfrm>
            <a:off x="914400" y="3886200"/>
            <a:ext cx="2828544" cy="1371600"/>
          </a:xfrm>
          <a:prstGeom prst="rect">
            <a:avLst/>
          </a:prstGeom>
          <a:noFill/>
          <a:ln/>
        </p:spPr>
        <p:txBody>
          <a:bodyPr wrap="square" lIns="0" tIns="0" rIns="0" bIns="0" rtlCol="0" anchor="t"/>
          <a:lstStyle/>
          <a:p>
            <a:pPr indent="0" marL="0">
              <a:buNone/>
            </a:pPr>
            <a:r>
              <a:rPr lang="en-US" sz="1500" dirty="0">
                <a:solidFill>
                  <a:schemeClr val="bg2"/>
                </a:solidFill>
              </a:rPr>
              <a:t>FluxGuard guides daily habits. It never diagnoses or replaces a doctor — and says so clearly in the app.</a:t>
            </a:r>
            <a:endParaRPr lang="en-US" sz="1500" dirty="0"/>
          </a:p>
        </p:txBody>
      </p:sp>
      <p:sp>
        <p:nvSpPr>
          <p:cNvPr id="11" name="shape_271"/>
          <p:cNvSpPr/>
          <p:nvPr/>
        </p:nvSpPr>
        <p:spPr>
          <a:xfrm>
            <a:off x="4337304" y="1645920"/>
            <a:ext cx="3514344" cy="3749040"/>
          </a:xfrm>
          <a:prstGeom prst="roundRect">
            <a:avLst>
              <a:gd name="adj" fmla="val 5204"/>
            </a:avLst>
          </a:prstGeom>
          <a:solidFill>
            <a:schemeClr val="tx2"/>
          </a:solidFill>
          <a:ln w="12700">
            <a:solidFill>
              <a:schemeClr val="accent1">
                <a:alpha val="50000"/>
              </a:schemeClr>
            </a:solidFill>
            <a:prstDash val="solid"/>
          </a:ln>
        </p:spPr>
      </p:sp>
      <p:sp>
        <p:nvSpPr>
          <p:cNvPr id="12" name="shape_272"/>
          <p:cNvSpPr/>
          <p:nvPr/>
        </p:nvSpPr>
        <p:spPr>
          <a:xfrm>
            <a:off x="4703064" y="2057400"/>
            <a:ext cx="777240" cy="777240"/>
          </a:xfrm>
          <a:prstGeom prst="ellipse">
            <a:avLst/>
          </a:prstGeom>
          <a:solidFill>
            <a:schemeClr val="accent1"/>
          </a:solidFill>
          <a:ln/>
        </p:spPr>
      </p:sp>
      <p:pic>
        <p:nvPicPr>
          <p:cNvPr id="13" name="icon_273" descr="ShieldCheck icon">    </p:cNvPr>
          <p:cNvPicPr>
            <a:picLocks noChangeAspect="1"/>
          </p:cNvPicPr>
          <p:nvPr/>
        </p:nvPicPr>
        <p:blipFill>
          <a:blip r:embed="rId2"/>
          <a:stretch>
            <a:fillRect/>
          </a:stretch>
        </p:blipFill>
        <p:spPr>
          <a:xfrm>
            <a:off x="4889602" y="2243938"/>
            <a:ext cx="404165" cy="404165"/>
          </a:xfrm>
          <a:prstGeom prst="rect">
            <a:avLst/>
          </a:prstGeom>
        </p:spPr>
      </p:pic>
      <p:sp>
        <p:nvSpPr>
          <p:cNvPr id="14" name="text_274"/>
          <p:cNvSpPr txBox="1"/>
          <p:nvPr/>
        </p:nvSpPr>
        <p:spPr>
          <a:xfrm>
            <a:off x="4703064" y="3063240"/>
            <a:ext cx="2782824"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Medically grounded</a:t>
            </a:r>
            <a:endParaRPr lang="en-US" sz="2000" dirty="0"/>
          </a:p>
        </p:txBody>
      </p:sp>
      <p:sp>
        <p:nvSpPr>
          <p:cNvPr id="15" name="text_275"/>
          <p:cNvSpPr txBox="1"/>
          <p:nvPr/>
        </p:nvSpPr>
        <p:spPr>
          <a:xfrm>
            <a:off x="4703064" y="3886200"/>
            <a:ext cx="2828544" cy="1371600"/>
          </a:xfrm>
          <a:prstGeom prst="rect">
            <a:avLst/>
          </a:prstGeom>
          <a:noFill/>
          <a:ln/>
        </p:spPr>
        <p:txBody>
          <a:bodyPr wrap="square" lIns="0" tIns="0" rIns="0" bIns="0" rtlCol="0" anchor="t"/>
          <a:lstStyle/>
          <a:p>
            <a:pPr indent="0" marL="0">
              <a:buNone/>
            </a:pPr>
            <a:r>
              <a:rPr lang="en-US" sz="1500" dirty="0">
                <a:solidFill>
                  <a:schemeClr val="bg2"/>
                </a:solidFill>
              </a:rPr>
              <a:t>Risk rules and alert thresholds will be validated with a partner physician; stress is measured with a validated questionnaire.</a:t>
            </a:r>
            <a:endParaRPr lang="en-US" sz="1500" dirty="0"/>
          </a:p>
        </p:txBody>
      </p:sp>
      <p:sp>
        <p:nvSpPr>
          <p:cNvPr id="16" name="shape_276"/>
          <p:cNvSpPr/>
          <p:nvPr/>
        </p:nvSpPr>
        <p:spPr>
          <a:xfrm>
            <a:off x="8125968" y="1645920"/>
            <a:ext cx="3514344" cy="3749040"/>
          </a:xfrm>
          <a:prstGeom prst="roundRect">
            <a:avLst>
              <a:gd name="adj" fmla="val 5204"/>
            </a:avLst>
          </a:prstGeom>
          <a:solidFill>
            <a:schemeClr val="tx2"/>
          </a:solidFill>
          <a:ln w="12700">
            <a:solidFill>
              <a:schemeClr val="accent1">
                <a:alpha val="50000"/>
              </a:schemeClr>
            </a:solidFill>
            <a:prstDash val="solid"/>
          </a:ln>
        </p:spPr>
      </p:sp>
      <p:sp>
        <p:nvSpPr>
          <p:cNvPr id="17" name="shape_277"/>
          <p:cNvSpPr/>
          <p:nvPr/>
        </p:nvSpPr>
        <p:spPr>
          <a:xfrm>
            <a:off x="8491728" y="2057400"/>
            <a:ext cx="777240" cy="777240"/>
          </a:xfrm>
          <a:prstGeom prst="ellipse">
            <a:avLst/>
          </a:prstGeom>
          <a:solidFill>
            <a:schemeClr val="accent1"/>
          </a:solidFill>
          <a:ln/>
        </p:spPr>
      </p:sp>
      <p:pic>
        <p:nvPicPr>
          <p:cNvPr id="18" name="icon_278" descr="Lock icon">    </p:cNvPr>
          <p:cNvPicPr>
            <a:picLocks noChangeAspect="1"/>
          </p:cNvPicPr>
          <p:nvPr/>
        </p:nvPicPr>
        <p:blipFill>
          <a:blip r:embed="rId3"/>
          <a:stretch>
            <a:fillRect/>
          </a:stretch>
        </p:blipFill>
        <p:spPr>
          <a:xfrm>
            <a:off x="8678266" y="2243938"/>
            <a:ext cx="404165" cy="404165"/>
          </a:xfrm>
          <a:prstGeom prst="rect">
            <a:avLst/>
          </a:prstGeom>
        </p:spPr>
      </p:pic>
      <p:sp>
        <p:nvSpPr>
          <p:cNvPr id="19" name="text_279"/>
          <p:cNvSpPr txBox="1"/>
          <p:nvPr/>
        </p:nvSpPr>
        <p:spPr>
          <a:xfrm>
            <a:off x="8491728" y="3063240"/>
            <a:ext cx="2782824" cy="73152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Private by design</a:t>
            </a:r>
            <a:endParaRPr lang="en-US" sz="2000" dirty="0"/>
          </a:p>
        </p:txBody>
      </p:sp>
      <p:sp>
        <p:nvSpPr>
          <p:cNvPr id="20" name="text_280"/>
          <p:cNvSpPr txBox="1"/>
          <p:nvPr/>
        </p:nvSpPr>
        <p:spPr>
          <a:xfrm>
            <a:off x="8491728" y="3886200"/>
            <a:ext cx="2828544" cy="1371600"/>
          </a:xfrm>
          <a:prstGeom prst="rect">
            <a:avLst/>
          </a:prstGeom>
          <a:noFill/>
          <a:ln/>
        </p:spPr>
        <p:txBody>
          <a:bodyPr wrap="square" lIns="0" tIns="0" rIns="0" bIns="0" rtlCol="0" anchor="t"/>
          <a:lstStyle/>
          <a:p>
            <a:pPr indent="0" marL="0">
              <a:buNone/>
            </a:pPr>
            <a:r>
              <a:rPr lang="en-US" sz="1500" dirty="0">
                <a:solidFill>
                  <a:schemeClr val="bg2"/>
                </a:solidFill>
              </a:rPr>
              <a:t>Each user sees only their own data, the API returns only what’s needed, and admins manage accounts — not health logs.</a:t>
            </a:r>
            <a:endParaRPr lang="en-US" sz="1500" dirty="0"/>
          </a:p>
        </p:txBody>
      </p:sp>
      <p:sp>
        <p:nvSpPr>
          <p:cNvPr id="21" name="text_281"/>
          <p:cNvSpPr txBox="1"/>
          <p:nvPr/>
        </p:nvSpPr>
        <p:spPr>
          <a:xfrm>
            <a:off x="548640" y="5669280"/>
            <a:ext cx="10058400" cy="365760"/>
          </a:xfrm>
          <a:prstGeom prst="rect">
            <a:avLst/>
          </a:prstGeom>
          <a:noFill/>
          <a:ln/>
        </p:spPr>
        <p:txBody>
          <a:bodyPr wrap="square" lIns="0" tIns="0" rIns="0" bIns="0" rtlCol="0" anchor="ctr"/>
          <a:lstStyle/>
          <a:p>
            <a:pPr indent="0" marL="0">
              <a:buNone/>
            </a:pPr>
            <a:r>
              <a:rPr lang="en-US" sz="1300" dirty="0">
                <a:solidFill>
                  <a:schemeClr val="accent6"/>
                </a:solidFill>
              </a:rPr>
              <a:t>For adults (18+) only  ·  No pediatric data or hospital clinical workflows</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anim calcmode="lin" valueType="num">
                                      <p:cBhvr additive="base">
                                        <p:cTn id="8"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600" fill="hold" decel="100000"/>
                                        <p:tgtEl>
                                          <p:spTgt spid="6"/>
                                        </p:tgtEl>
                                        <p:attrNameLst>
                                          <p:attrName>ppt_y</p:attrName>
                                        </p:attrNameLst>
                                      </p:cBhvr>
                                      <p:tavLst>
                                        <p:tav tm="0">
                                          <p:val>
                                            <p:strVal val="#ppt_y+0.05"/>
                                          </p:val>
                                        </p:tav>
                                        <p:tav tm="100000">
                                          <p:val>
                                            <p:strVal val="#ppt_y"/>
                                          </p:val>
                                        </p:tav>
                                      </p:tavLst>
                                    </p:anim>
                                  </p:childTnLst>
                                </p:cTn>
                              </p:par>
                              <p:par>
                                <p:cTn id="10" presetID="53" presetClass="entr" presetSubtype="16" fill="hold" grpId="0" nodeType="withEffect">
                                  <p:stCondLst>
                                    <p:cond delay="15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decel="100000"/>
                                        <p:tgtEl>
                                          <p:spTgt spid="7"/>
                                        </p:tgtEl>
                                        <p:attrNameLst>
                                          <p:attrName>ppt_w</p:attrName>
                                        </p:attrNameLst>
                                      </p:cBhvr>
                                      <p:tavLst>
                                        <p:tav tm="0">
                                          <p:val>
                                            <p:strVal val="0"/>
                                          </p:val>
                                        </p:tav>
                                        <p:tav tm="100000">
                                          <p:val>
                                            <p:strVal val="#ppt_w"/>
                                          </p:val>
                                        </p:tav>
                                      </p:tavLst>
                                    </p:anim>
                                    <p:anim calcmode="lin" valueType="num">
                                      <p:cBhvr additive="base">
                                        <p:cTn id="13" dur="500" fill="hold" decel="100000"/>
                                        <p:tgtEl>
                                          <p:spTgt spid="7"/>
                                        </p:tgtEl>
                                        <p:attrNameLst>
                                          <p:attrName>ppt_h</p:attrName>
                                        </p:attrNameLst>
                                      </p:cBhvr>
                                      <p:tavLst>
                                        <p:tav tm="0">
                                          <p:val>
                                            <p:str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15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decel="100000"/>
                                        <p:tgtEl>
                                          <p:spTgt spid="8"/>
                                        </p:tgtEl>
                                        <p:attrNameLst>
                                          <p:attrName>ppt_w</p:attrName>
                                        </p:attrNameLst>
                                      </p:cBhvr>
                                      <p:tavLst>
                                        <p:tav tm="0">
                                          <p:val>
                                            <p:strVal val="0"/>
                                          </p:val>
                                        </p:tav>
                                        <p:tav tm="100000">
                                          <p:val>
                                            <p:strVal val="#ppt_w"/>
                                          </p:val>
                                        </p:tav>
                                      </p:tavLst>
                                    </p:anim>
                                    <p:anim calcmode="lin" valueType="num">
                                      <p:cBhvr additive="base">
                                        <p:cTn id="18" dur="500" fill="hold" decel="100000"/>
                                        <p:tgtEl>
                                          <p:spTgt spid="8"/>
                                        </p:tgtEl>
                                        <p:attrNameLst>
                                          <p:attrName>ppt_h</p:attrName>
                                        </p:attrNameLst>
                                      </p:cBhvr>
                                      <p:tavLst>
                                        <p:tav tm="0">
                                          <p:val>
                                            <p:strVal val="0"/>
                                          </p:val>
                                        </p:tav>
                                        <p:tav tm="100000">
                                          <p:val>
                                            <p:strVal val="#ppt_h"/>
                                          </p:val>
                                        </p:tav>
                                      </p:tavLst>
                                    </p:anim>
                                    <p:animEffect transition="in" filter="fade">
                                      <p:cBhvr>
                                        <p:cTn id="19" dur="500"/>
                                        <p:tgtEl>
                                          <p:spTgt spid="8"/>
                                        </p:tgtEl>
                                      </p:cBhvr>
                                    </p:animEffect>
                                  </p:childTnLst>
                                </p:cTn>
                              </p:par>
                              <p:par>
                                <p:cTn id="20" presetID="42" presetClass="entr" presetSubtype="0"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additive="base">
                                        <p:cTn id="23"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500" fill="hold" decel="100000"/>
                                        <p:tgtEl>
                                          <p:spTgt spid="9"/>
                                        </p:tgtEl>
                                        <p:attrNameLst>
                                          <p:attrName>ppt_y</p:attrName>
                                        </p:attrNameLst>
                                      </p:cBhvr>
                                      <p:tavLst>
                                        <p:tav tm="0">
                                          <p:val>
                                            <p:strVal val="#ppt_y+0.05"/>
                                          </p:val>
                                        </p:tav>
                                        <p:tav tm="100000">
                                          <p:val>
                                            <p:strVal val="#ppt_y"/>
                                          </p:val>
                                        </p:tav>
                                      </p:tavLst>
                                    </p:anim>
                                  </p:childTnLst>
                                </p:cTn>
                              </p:par>
                              <p:par>
                                <p:cTn id="25" presetID="42" presetClass="entr" presetSubtype="0" fill="hold" grpId="0" nodeType="withEffect">
                                  <p:stCondLst>
                                    <p:cond delay="25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additive="base">
                                        <p:cTn id="28" dur="500" fill="hold" decel="100000"/>
                                        <p:tgtEl>
                                          <p:spTgt spid="10"/>
                                        </p:tgtEl>
                                        <p:attrNameLst>
                                          <p:attrName>ppt_x</p:attrName>
                                        </p:attrNameLst>
                                      </p:cBhvr>
                                      <p:tavLst>
                                        <p:tav tm="0">
                                          <p:val>
                                            <p:strVal val="#ppt_x"/>
                                          </p:val>
                                        </p:tav>
                                        <p:tav tm="100000">
                                          <p:val>
                                            <p:strVal val="#ppt_x"/>
                                          </p:val>
                                        </p:tav>
                                      </p:tavLst>
                                    </p:anim>
                                    <p:anim calcmode="lin" valueType="num">
                                      <p:cBhvr additive="base">
                                        <p:cTn id="29" dur="500" fill="hold" decel="100000"/>
                                        <p:tgtEl>
                                          <p:spTgt spid="10"/>
                                        </p:tgtEl>
                                        <p:attrNameLst>
                                          <p:attrName>ppt_y</p:attrName>
                                        </p:attrNameLst>
                                      </p:cBhvr>
                                      <p:tavLst>
                                        <p:tav tm="0">
                                          <p:val>
                                            <p:strVal val="#ppt_y+0.05"/>
                                          </p:val>
                                        </p:tav>
                                        <p:tav tm="100000">
                                          <p:val>
                                            <p:strVal val="#ppt_y"/>
                                          </p:val>
                                        </p:tav>
                                      </p:tavLst>
                                    </p:anim>
                                  </p:childTnLst>
                                </p:cTn>
                              </p:par>
                              <p:par>
                                <p:cTn id="30" presetID="42" presetClass="entr" presetSubtype="0" fill="hold" grpId="0" nodeType="withEffect">
                                  <p:stCondLst>
                                    <p:cond delay="30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anim calcmode="lin" valueType="num">
                                      <p:cBhvr additive="base">
                                        <p:cTn id="33" dur="600" fill="hold" decel="100000"/>
                                        <p:tgtEl>
                                          <p:spTgt spid="11"/>
                                        </p:tgtEl>
                                        <p:attrNameLst>
                                          <p:attrName>ppt_x</p:attrName>
                                        </p:attrNameLst>
                                      </p:cBhvr>
                                      <p:tavLst>
                                        <p:tav tm="0">
                                          <p:val>
                                            <p:strVal val="#ppt_x"/>
                                          </p:val>
                                        </p:tav>
                                        <p:tav tm="100000">
                                          <p:val>
                                            <p:strVal val="#ppt_x"/>
                                          </p:val>
                                        </p:tav>
                                      </p:tavLst>
                                    </p:anim>
                                    <p:anim calcmode="lin" valueType="num">
                                      <p:cBhvr additive="base">
                                        <p:cTn id="34" dur="600" fill="hold" decel="100000"/>
                                        <p:tgtEl>
                                          <p:spTgt spid="11"/>
                                        </p:tgtEl>
                                        <p:attrNameLst>
                                          <p:attrName>ppt_y</p:attrName>
                                        </p:attrNameLst>
                                      </p:cBhvr>
                                      <p:tavLst>
                                        <p:tav tm="0">
                                          <p:val>
                                            <p:strVal val="#ppt_y+0.05"/>
                                          </p:val>
                                        </p:tav>
                                        <p:tav tm="100000">
                                          <p:val>
                                            <p:strVal val="#ppt_y"/>
                                          </p:val>
                                        </p:tav>
                                      </p:tavLst>
                                    </p:anim>
                                  </p:childTnLst>
                                </p:cTn>
                              </p:par>
                              <p:par>
                                <p:cTn id="35" presetID="53" presetClass="entr" presetSubtype="16" fill="hold" grpId="0" nodeType="withEffect">
                                  <p:stCondLst>
                                    <p:cond delay="45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decel="100000"/>
                                        <p:tgtEl>
                                          <p:spTgt spid="12"/>
                                        </p:tgtEl>
                                        <p:attrNameLst>
                                          <p:attrName>ppt_w</p:attrName>
                                        </p:attrNameLst>
                                      </p:cBhvr>
                                      <p:tavLst>
                                        <p:tav tm="0">
                                          <p:val>
                                            <p:strVal val="0"/>
                                          </p:val>
                                        </p:tav>
                                        <p:tav tm="100000">
                                          <p:val>
                                            <p:strVal val="#ppt_w"/>
                                          </p:val>
                                        </p:tav>
                                      </p:tavLst>
                                    </p:anim>
                                    <p:anim calcmode="lin" valueType="num">
                                      <p:cBhvr additive="base">
                                        <p:cTn id="38" dur="500" fill="hold" decel="100000"/>
                                        <p:tgtEl>
                                          <p:spTgt spid="12"/>
                                        </p:tgtEl>
                                        <p:attrNameLst>
                                          <p:attrName>ppt_h</p:attrName>
                                        </p:attrNameLst>
                                      </p:cBhvr>
                                      <p:tavLst>
                                        <p:tav tm="0">
                                          <p:val>
                                            <p:str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4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decel="100000"/>
                                        <p:tgtEl>
                                          <p:spTgt spid="13"/>
                                        </p:tgtEl>
                                        <p:attrNameLst>
                                          <p:attrName>ppt_w</p:attrName>
                                        </p:attrNameLst>
                                      </p:cBhvr>
                                      <p:tavLst>
                                        <p:tav tm="0">
                                          <p:val>
                                            <p:strVal val="0"/>
                                          </p:val>
                                        </p:tav>
                                        <p:tav tm="100000">
                                          <p:val>
                                            <p:strVal val="#ppt_w"/>
                                          </p:val>
                                        </p:tav>
                                      </p:tavLst>
                                    </p:anim>
                                    <p:anim calcmode="lin" valueType="num">
                                      <p:cBhvr additive="base">
                                        <p:cTn id="43" dur="500" fill="hold" decel="100000"/>
                                        <p:tgtEl>
                                          <p:spTgt spid="13"/>
                                        </p:tgtEl>
                                        <p:attrNameLst>
                                          <p:attrName>ppt_h</p:attrName>
                                        </p:attrNameLst>
                                      </p:cBhvr>
                                      <p:tavLst>
                                        <p:tav tm="0">
                                          <p:val>
                                            <p:strVal val="0"/>
                                          </p:val>
                                        </p:tav>
                                        <p:tav tm="100000">
                                          <p:val>
                                            <p:strVal val="#ppt_h"/>
                                          </p:val>
                                        </p:tav>
                                      </p:tavLst>
                                    </p:anim>
                                    <p:animEffect transition="in" filter="fade">
                                      <p:cBhvr>
                                        <p:cTn id="44" dur="500"/>
                                        <p:tgtEl>
                                          <p:spTgt spid="13"/>
                                        </p:tgtEl>
                                      </p:cBhvr>
                                    </p:animEffect>
                                  </p:childTnLst>
                                </p:cTn>
                              </p:par>
                              <p:par>
                                <p:cTn id="45" presetID="42" presetClass="entr" presetSubtype="0" fill="hold" grpId="0" nodeType="withEffect">
                                  <p:stCondLst>
                                    <p:cond delay="50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anim calcmode="lin" valueType="num">
                                      <p:cBhvr additive="base">
                                        <p:cTn id="48" dur="500" fill="hold" decel="100000"/>
                                        <p:tgtEl>
                                          <p:spTgt spid="14"/>
                                        </p:tgtEl>
                                        <p:attrNameLst>
                                          <p:attrName>ppt_x</p:attrName>
                                        </p:attrNameLst>
                                      </p:cBhvr>
                                      <p:tavLst>
                                        <p:tav tm="0">
                                          <p:val>
                                            <p:strVal val="#ppt_x"/>
                                          </p:val>
                                        </p:tav>
                                        <p:tav tm="100000">
                                          <p:val>
                                            <p:strVal val="#ppt_x"/>
                                          </p:val>
                                        </p:tav>
                                      </p:tavLst>
                                    </p:anim>
                                    <p:anim calcmode="lin" valueType="num">
                                      <p:cBhvr additive="base">
                                        <p:cTn id="49" dur="500" fill="hold" decel="100000"/>
                                        <p:tgtEl>
                                          <p:spTgt spid="14"/>
                                        </p:tgtEl>
                                        <p:attrNameLst>
                                          <p:attrName>ppt_y</p:attrName>
                                        </p:attrNameLst>
                                      </p:cBhvr>
                                      <p:tavLst>
                                        <p:tav tm="0">
                                          <p:val>
                                            <p:strVal val="#ppt_y+0.05"/>
                                          </p:val>
                                        </p:tav>
                                        <p:tav tm="100000">
                                          <p:val>
                                            <p:strVal val="#ppt_y"/>
                                          </p:val>
                                        </p:tav>
                                      </p:tavLst>
                                    </p:anim>
                                  </p:childTnLst>
                                </p:cTn>
                              </p:par>
                              <p:par>
                                <p:cTn id="50" presetID="42" presetClass="entr" presetSubtype="0" fill="hold" grpId="0" nodeType="withEffect">
                                  <p:stCondLst>
                                    <p:cond delay="55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anim calcmode="lin" valueType="num">
                                      <p:cBhvr additive="base">
                                        <p:cTn id="53" dur="500" fill="hold" decel="100000"/>
                                        <p:tgtEl>
                                          <p:spTgt spid="15"/>
                                        </p:tgtEl>
                                        <p:attrNameLst>
                                          <p:attrName>ppt_x</p:attrName>
                                        </p:attrNameLst>
                                      </p:cBhvr>
                                      <p:tavLst>
                                        <p:tav tm="0">
                                          <p:val>
                                            <p:strVal val="#ppt_x"/>
                                          </p:val>
                                        </p:tav>
                                        <p:tav tm="100000">
                                          <p:val>
                                            <p:strVal val="#ppt_x"/>
                                          </p:val>
                                        </p:tav>
                                      </p:tavLst>
                                    </p:anim>
                                    <p:anim calcmode="lin" valueType="num">
                                      <p:cBhvr additive="base">
                                        <p:cTn id="54" dur="500" fill="hold" decel="100000"/>
                                        <p:tgtEl>
                                          <p:spTgt spid="15"/>
                                        </p:tgtEl>
                                        <p:attrNameLst>
                                          <p:attrName>ppt_y</p:attrName>
                                        </p:attrNameLst>
                                      </p:cBhvr>
                                      <p:tavLst>
                                        <p:tav tm="0">
                                          <p:val>
                                            <p:strVal val="#ppt_y+0.05"/>
                                          </p:val>
                                        </p:tav>
                                        <p:tav tm="100000">
                                          <p:val>
                                            <p:strVal val="#ppt_y"/>
                                          </p:val>
                                        </p:tav>
                                      </p:tavLst>
                                    </p:anim>
                                  </p:childTnLst>
                                </p:cTn>
                              </p:par>
                              <p:par>
                                <p:cTn id="55" presetID="42" presetClass="entr" presetSubtype="0" fill="hold" grpId="0" nodeType="withEffect">
                                  <p:stCondLst>
                                    <p:cond delay="6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600"/>
                                        <p:tgtEl>
                                          <p:spTgt spid="16"/>
                                        </p:tgtEl>
                                      </p:cBhvr>
                                    </p:animEffect>
                                    <p:anim calcmode="lin" valueType="num">
                                      <p:cBhvr additive="base">
                                        <p:cTn id="58" dur="600" fill="hold" decel="100000"/>
                                        <p:tgtEl>
                                          <p:spTgt spid="16"/>
                                        </p:tgtEl>
                                        <p:attrNameLst>
                                          <p:attrName>ppt_x</p:attrName>
                                        </p:attrNameLst>
                                      </p:cBhvr>
                                      <p:tavLst>
                                        <p:tav tm="0">
                                          <p:val>
                                            <p:strVal val="#ppt_x"/>
                                          </p:val>
                                        </p:tav>
                                        <p:tav tm="100000">
                                          <p:val>
                                            <p:strVal val="#ppt_x"/>
                                          </p:val>
                                        </p:tav>
                                      </p:tavLst>
                                    </p:anim>
                                    <p:anim calcmode="lin" valueType="num">
                                      <p:cBhvr additive="base">
                                        <p:cTn id="59" dur="600" fill="hold" decel="100000"/>
                                        <p:tgtEl>
                                          <p:spTgt spid="16"/>
                                        </p:tgtEl>
                                        <p:attrNameLst>
                                          <p:attrName>ppt_y</p:attrName>
                                        </p:attrNameLst>
                                      </p:cBhvr>
                                      <p:tavLst>
                                        <p:tav tm="0">
                                          <p:val>
                                            <p:strVal val="#ppt_y+0.05"/>
                                          </p:val>
                                        </p:tav>
                                        <p:tav tm="100000">
                                          <p:val>
                                            <p:strVal val="#ppt_y"/>
                                          </p:val>
                                        </p:tav>
                                      </p:tavLst>
                                    </p:anim>
                                  </p:childTnLst>
                                </p:cTn>
                              </p:par>
                              <p:par>
                                <p:cTn id="60" presetID="53" presetClass="entr" presetSubtype="16" fill="hold" grpId="0" nodeType="withEffect">
                                  <p:stCondLst>
                                    <p:cond delay="75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decel="100000"/>
                                        <p:tgtEl>
                                          <p:spTgt spid="17"/>
                                        </p:tgtEl>
                                        <p:attrNameLst>
                                          <p:attrName>ppt_w</p:attrName>
                                        </p:attrNameLst>
                                      </p:cBhvr>
                                      <p:tavLst>
                                        <p:tav tm="0">
                                          <p:val>
                                            <p:strVal val="0"/>
                                          </p:val>
                                        </p:tav>
                                        <p:tav tm="100000">
                                          <p:val>
                                            <p:strVal val="#ppt_w"/>
                                          </p:val>
                                        </p:tav>
                                      </p:tavLst>
                                    </p:anim>
                                    <p:anim calcmode="lin" valueType="num">
                                      <p:cBhvr additive="base">
                                        <p:cTn id="63" dur="500" fill="hold" decel="100000"/>
                                        <p:tgtEl>
                                          <p:spTgt spid="17"/>
                                        </p:tgtEl>
                                        <p:attrNameLst>
                                          <p:attrName>ppt_h</p:attrName>
                                        </p:attrNameLst>
                                      </p:cBhvr>
                                      <p:tavLst>
                                        <p:tav tm="0">
                                          <p:val>
                                            <p:str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75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decel="100000"/>
                                        <p:tgtEl>
                                          <p:spTgt spid="18"/>
                                        </p:tgtEl>
                                        <p:attrNameLst>
                                          <p:attrName>ppt_w</p:attrName>
                                        </p:attrNameLst>
                                      </p:cBhvr>
                                      <p:tavLst>
                                        <p:tav tm="0">
                                          <p:val>
                                            <p:strVal val="0"/>
                                          </p:val>
                                        </p:tav>
                                        <p:tav tm="100000">
                                          <p:val>
                                            <p:strVal val="#ppt_w"/>
                                          </p:val>
                                        </p:tav>
                                      </p:tavLst>
                                    </p:anim>
                                    <p:anim calcmode="lin" valueType="num">
                                      <p:cBhvr additive="base">
                                        <p:cTn id="68" dur="500" fill="hold" decel="100000"/>
                                        <p:tgtEl>
                                          <p:spTgt spid="18"/>
                                        </p:tgtEl>
                                        <p:attrNameLst>
                                          <p:attrName>ppt_h</p:attrName>
                                        </p:attrNameLst>
                                      </p:cBhvr>
                                      <p:tavLst>
                                        <p:tav tm="0">
                                          <p:val>
                                            <p:strVal val="0"/>
                                          </p:val>
                                        </p:tav>
                                        <p:tav tm="100000">
                                          <p:val>
                                            <p:strVal val="#ppt_h"/>
                                          </p:val>
                                        </p:tav>
                                      </p:tavLst>
                                    </p:anim>
                                    <p:animEffect transition="in" filter="fade">
                                      <p:cBhvr>
                                        <p:cTn id="69" dur="500"/>
                                        <p:tgtEl>
                                          <p:spTgt spid="18"/>
                                        </p:tgtEl>
                                      </p:cBhvr>
                                    </p:animEffect>
                                  </p:childTnLst>
                                </p:cTn>
                              </p:par>
                              <p:par>
                                <p:cTn id="70" presetID="42" presetClass="entr" presetSubtype="0" fill="hold" grpId="0" nodeType="withEffect">
                                  <p:stCondLst>
                                    <p:cond delay="80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anim calcmode="lin" valueType="num">
                                      <p:cBhvr additive="base">
                                        <p:cTn id="73"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74" dur="500" fill="hold" decel="100000"/>
                                        <p:tgtEl>
                                          <p:spTgt spid="19"/>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85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anim calcmode="lin" valueType="num">
                                      <p:cBhvr additive="base">
                                        <p:cTn id="78" dur="500" fill="hold" decel="100000"/>
                                        <p:tgtEl>
                                          <p:spTgt spid="20"/>
                                        </p:tgtEl>
                                        <p:attrNameLst>
                                          <p:attrName>ppt_x</p:attrName>
                                        </p:attrNameLst>
                                      </p:cBhvr>
                                      <p:tavLst>
                                        <p:tav tm="0">
                                          <p:val>
                                            <p:strVal val="#ppt_x"/>
                                          </p:val>
                                        </p:tav>
                                        <p:tav tm="100000">
                                          <p:val>
                                            <p:strVal val="#ppt_x"/>
                                          </p:val>
                                        </p:tav>
                                      </p:tavLst>
                                    </p:anim>
                                    <p:anim calcmode="lin" valueType="num">
                                      <p:cBhvr additive="base">
                                        <p:cTn id="79" dur="500" fill="hold" decel="100000"/>
                                        <p:tgtEl>
                                          <p:spTgt spid="20"/>
                                        </p:tgtEl>
                                        <p:attrNameLst>
                                          <p:attrName>ppt_y</p:attrName>
                                        </p:attrNameLst>
                                      </p:cBhvr>
                                      <p:tavLst>
                                        <p:tav tm="0">
                                          <p:val>
                                            <p:strVal val="#ppt_y+0.05"/>
                                          </p:val>
                                        </p:tav>
                                        <p:tav tm="100000">
                                          <p:val>
                                            <p:strVal val="#ppt_y"/>
                                          </p:val>
                                        </p:tav>
                                      </p:tavLst>
                                    </p:anim>
                                  </p:childTnLst>
                                </p:cTn>
                              </p:par>
                              <p:par>
                                <p:cTn id="80" presetID="10" presetClass="entr" presetSubtype="0" fill="hold" grpId="0" nodeType="withEffect">
                                  <p:stCondLst>
                                    <p:cond delay="12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rbA"/>
          <p:cNvSpPr/>
          <p:nvPr/>
        </p:nvSpPr>
        <p:spPr>
          <a:xfrm>
            <a:off x="-1828800" y="-2194560"/>
            <a:ext cx="4023360" cy="4023360"/>
          </a:xfrm>
          <a:prstGeom prst="ellipse">
            <a:avLst/>
          </a:prstGeom>
          <a:solidFill>
            <a:schemeClr val="bg2"/>
          </a:solidFill>
          <a:ln/>
        </p:spPr>
      </p:sp>
      <p:sp>
        <p:nvSpPr>
          <p:cNvPr id="3" name="!!orbB"/>
          <p:cNvSpPr/>
          <p:nvPr/>
        </p:nvSpPr>
        <p:spPr>
          <a:xfrm>
            <a:off x="11338560" y="4114800"/>
            <a:ext cx="1371600" cy="1371600"/>
          </a:xfrm>
          <a:prstGeom prst="ellipse">
            <a:avLst/>
          </a:prstGeom>
          <a:solidFill>
            <a:schemeClr val="accent2">
              <a:alpha val="15000"/>
            </a:schemeClr>
          </a:solidFill>
          <a:ln/>
        </p:spPr>
      </p:sp>
      <p:sp>
        <p:nvSpPr>
          <p:cNvPr id="4" name="!!orbC"/>
          <p:cNvSpPr/>
          <p:nvPr/>
        </p:nvSpPr>
        <p:spPr>
          <a:xfrm>
            <a:off x="10607040" y="365760"/>
            <a:ext cx="731520" cy="731520"/>
          </a:xfrm>
          <a:prstGeom prst="ellipse">
            <a:avLst/>
          </a:prstGeom>
          <a:solidFill>
            <a:schemeClr val="accent1">
              <a:alpha val="20000"/>
            </a:schemeClr>
          </a:solidFill>
          <a:ln/>
        </p:spPr>
      </p:sp>
      <p:sp>
        <p:nvSpPr>
          <p:cNvPr id="5" name="Text 0"/>
          <p:cNvSpPr/>
          <p:nvPr>
            <p:ph idx="100" type="title" hasCustomPrompt="1"/>
          </p:nvPr>
        </p:nvSpPr>
        <p:spPr>
          <a:xfrm>
            <a:off x="548640" y="411480"/>
            <a:ext cx="9509760" cy="868680"/>
          </a:xfrm>
          <a:prstGeom prst="rect">
            <a:avLst/>
          </a:prstGeom>
          <a:noFill/>
          <a:ln/>
        </p:spPr>
        <p:txBody>
          <a:bodyPr wrap="square" lIns="0" tIns="0" rIns="0" bIns="0" rtlCol="0" anchor="ctr"/>
          <a:lstStyle/>
          <a:p>
            <a:pPr algn="l" indent="0" marL="0">
              <a:buNone/>
            </a:pPr>
            <a:r>
              <a:rPr lang="en-US" sz="3600" b="1" dirty="0">
                <a:solidFill>
                  <a:schemeClr val="tx1"/>
                </a:solidFill>
              </a:rPr>
              <a:t>The team</a:t>
            </a:r>
            <a:endParaRPr lang="en-US" sz="3600" dirty="0"/>
          </a:p>
        </p:txBody>
      </p:sp>
      <p:sp>
        <p:nvSpPr>
          <p:cNvPr id="6" name="shape_282"/>
          <p:cNvSpPr/>
          <p:nvPr/>
        </p:nvSpPr>
        <p:spPr>
          <a:xfrm>
            <a:off x="1714500" y="1600200"/>
            <a:ext cx="1600200" cy="1600200"/>
          </a:xfrm>
          <a:prstGeom prst="ellipse">
            <a:avLst/>
          </a:prstGeom>
          <a:solidFill>
            <a:schemeClr val="accent1"/>
          </a:solidFill>
          <a:ln/>
        </p:spPr>
      </p:sp>
      <p:sp>
        <p:nvSpPr>
          <p:cNvPr id="7" name="text_283"/>
          <p:cNvSpPr txBox="1"/>
          <p:nvPr/>
        </p:nvSpPr>
        <p:spPr>
          <a:xfrm>
            <a:off x="1714500" y="1600200"/>
            <a:ext cx="1600200" cy="160020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EE</a:t>
            </a:r>
            <a:endParaRPr lang="en-US" sz="3600" dirty="0"/>
          </a:p>
        </p:txBody>
      </p:sp>
      <p:sp>
        <p:nvSpPr>
          <p:cNvPr id="8" name="text_284"/>
          <p:cNvSpPr txBox="1"/>
          <p:nvPr/>
        </p:nvSpPr>
        <p:spPr>
          <a:xfrm>
            <a:off x="868680" y="3383280"/>
            <a:ext cx="3291840" cy="41148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Earl Benedict Ejara</a:t>
            </a:r>
            <a:endParaRPr lang="en-US" sz="2000" dirty="0"/>
          </a:p>
        </p:txBody>
      </p:sp>
      <p:sp>
        <p:nvSpPr>
          <p:cNvPr id="9" name="text_285"/>
          <p:cNvSpPr txBox="1"/>
          <p:nvPr/>
        </p:nvSpPr>
        <p:spPr>
          <a:xfrm>
            <a:off x="868680" y="3794760"/>
            <a:ext cx="3291840" cy="320040"/>
          </a:xfrm>
          <a:prstGeom prst="rect">
            <a:avLst/>
          </a:prstGeom>
          <a:noFill/>
          <a:ln/>
        </p:spPr>
        <p:txBody>
          <a:bodyPr wrap="square" lIns="0" tIns="0" rIns="0" bIns="0" rtlCol="0" anchor="ctr"/>
          <a:lstStyle/>
          <a:p>
            <a:pPr algn="ctr" indent="0" marL="0">
              <a:buNone/>
            </a:pPr>
            <a:r>
              <a:rPr lang="en-US" sz="1400" dirty="0">
                <a:solidFill>
                  <a:schemeClr val="accent1"/>
                </a:solidFill>
              </a:rPr>
              <a:t>Co-founder  ·  BS Information Technology</a:t>
            </a:r>
            <a:endParaRPr lang="en-US" sz="1400" dirty="0"/>
          </a:p>
        </p:txBody>
      </p:sp>
      <p:sp>
        <p:nvSpPr>
          <p:cNvPr id="10" name="shape_286"/>
          <p:cNvSpPr/>
          <p:nvPr/>
        </p:nvSpPr>
        <p:spPr>
          <a:xfrm>
            <a:off x="5298948" y="1600200"/>
            <a:ext cx="1600200" cy="1600200"/>
          </a:xfrm>
          <a:prstGeom prst="ellipse">
            <a:avLst/>
          </a:prstGeom>
          <a:solidFill>
            <a:schemeClr val="accent2"/>
          </a:solidFill>
          <a:ln/>
        </p:spPr>
      </p:sp>
      <p:sp>
        <p:nvSpPr>
          <p:cNvPr id="11" name="text_287"/>
          <p:cNvSpPr txBox="1"/>
          <p:nvPr/>
        </p:nvSpPr>
        <p:spPr>
          <a:xfrm>
            <a:off x="5298948" y="1600200"/>
            <a:ext cx="1600200" cy="160020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JG</a:t>
            </a:r>
            <a:endParaRPr lang="en-US" sz="3600" dirty="0"/>
          </a:p>
        </p:txBody>
      </p:sp>
      <p:sp>
        <p:nvSpPr>
          <p:cNvPr id="12" name="text_288"/>
          <p:cNvSpPr txBox="1"/>
          <p:nvPr/>
        </p:nvSpPr>
        <p:spPr>
          <a:xfrm>
            <a:off x="4453128" y="3383280"/>
            <a:ext cx="3291840" cy="41148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Jezreel Lewis Guiritan</a:t>
            </a:r>
            <a:endParaRPr lang="en-US" sz="2000" dirty="0"/>
          </a:p>
        </p:txBody>
      </p:sp>
      <p:sp>
        <p:nvSpPr>
          <p:cNvPr id="13" name="text_289"/>
          <p:cNvSpPr txBox="1"/>
          <p:nvPr/>
        </p:nvSpPr>
        <p:spPr>
          <a:xfrm>
            <a:off x="4453128" y="3794760"/>
            <a:ext cx="3291840" cy="320040"/>
          </a:xfrm>
          <a:prstGeom prst="rect">
            <a:avLst/>
          </a:prstGeom>
          <a:noFill/>
          <a:ln/>
        </p:spPr>
        <p:txBody>
          <a:bodyPr wrap="square" lIns="0" tIns="0" rIns="0" bIns="0" rtlCol="0" anchor="ctr"/>
          <a:lstStyle/>
          <a:p>
            <a:pPr algn="ctr" indent="0" marL="0">
              <a:buNone/>
            </a:pPr>
            <a:r>
              <a:rPr lang="en-US" sz="1400" dirty="0">
                <a:solidFill>
                  <a:schemeClr val="accent1"/>
                </a:solidFill>
              </a:rPr>
              <a:t>Co-founder  ·  BS Information Technology</a:t>
            </a:r>
            <a:endParaRPr lang="en-US" sz="1400" dirty="0"/>
          </a:p>
        </p:txBody>
      </p:sp>
      <p:sp>
        <p:nvSpPr>
          <p:cNvPr id="14" name="shape_290"/>
          <p:cNvSpPr/>
          <p:nvPr/>
        </p:nvSpPr>
        <p:spPr>
          <a:xfrm>
            <a:off x="8883396" y="1600200"/>
            <a:ext cx="1600200" cy="1600200"/>
          </a:xfrm>
          <a:prstGeom prst="ellipse">
            <a:avLst/>
          </a:prstGeom>
          <a:solidFill>
            <a:schemeClr val="accent3"/>
          </a:solidFill>
          <a:ln/>
        </p:spPr>
      </p:sp>
      <p:sp>
        <p:nvSpPr>
          <p:cNvPr id="15" name="text_291"/>
          <p:cNvSpPr txBox="1"/>
          <p:nvPr/>
        </p:nvSpPr>
        <p:spPr>
          <a:xfrm>
            <a:off x="8883396" y="1600200"/>
            <a:ext cx="1600200" cy="1600200"/>
          </a:xfrm>
          <a:prstGeom prst="rect">
            <a:avLst/>
          </a:prstGeom>
          <a:noFill/>
          <a:ln/>
        </p:spPr>
        <p:txBody>
          <a:bodyPr wrap="square" lIns="0" tIns="0" rIns="0" bIns="0" rtlCol="0" anchor="ctr"/>
          <a:lstStyle/>
          <a:p>
            <a:pPr algn="ctr" indent="0" marL="0">
              <a:buNone/>
            </a:pPr>
            <a:r>
              <a:rPr lang="en-US" sz="3600" b="1" dirty="0">
                <a:solidFill>
                  <a:schemeClr val="bg1"/>
                </a:solidFill>
                <a:latin typeface="Arial" pitchFamily="34" charset="0"/>
                <a:ea typeface="Arial" pitchFamily="34" charset="-122"/>
                <a:cs typeface="Arial" pitchFamily="34" charset="-120"/>
              </a:rPr>
              <a:t>RD</a:t>
            </a:r>
            <a:endParaRPr lang="en-US" sz="3600" dirty="0"/>
          </a:p>
        </p:txBody>
      </p:sp>
      <p:sp>
        <p:nvSpPr>
          <p:cNvPr id="16" name="text_292"/>
          <p:cNvSpPr txBox="1"/>
          <p:nvPr/>
        </p:nvSpPr>
        <p:spPr>
          <a:xfrm>
            <a:off x="8037576" y="3383280"/>
            <a:ext cx="3291840" cy="411480"/>
          </a:xfrm>
          <a:prstGeom prst="rect">
            <a:avLst/>
          </a:prstGeom>
          <a:noFill/>
          <a:ln/>
        </p:spPr>
        <p:txBody>
          <a:bodyPr wrap="square" lIns="0" tIns="0" rIns="0" bIns="0" rtlCol="0" anchor="ctr"/>
          <a:lstStyle/>
          <a:p>
            <a:pPr algn="ctr" indent="0" marL="0">
              <a:buNone/>
            </a:pPr>
            <a:r>
              <a:rPr lang="en-US" sz="2000" b="1" dirty="0">
                <a:solidFill>
                  <a:schemeClr val="tx1"/>
                </a:solidFill>
                <a:latin typeface="Arial" pitchFamily="34" charset="0"/>
                <a:ea typeface="Arial" pitchFamily="34" charset="-122"/>
                <a:cs typeface="Arial" pitchFamily="34" charset="-120"/>
              </a:rPr>
              <a:t>Richelle Domaluan</a:t>
            </a:r>
            <a:endParaRPr lang="en-US" sz="2000" dirty="0"/>
          </a:p>
        </p:txBody>
      </p:sp>
      <p:sp>
        <p:nvSpPr>
          <p:cNvPr id="17" name="text_293"/>
          <p:cNvSpPr txBox="1"/>
          <p:nvPr/>
        </p:nvSpPr>
        <p:spPr>
          <a:xfrm>
            <a:off x="8037576" y="3794760"/>
            <a:ext cx="3291840" cy="320040"/>
          </a:xfrm>
          <a:prstGeom prst="rect">
            <a:avLst/>
          </a:prstGeom>
          <a:noFill/>
          <a:ln/>
        </p:spPr>
        <p:txBody>
          <a:bodyPr wrap="square" lIns="0" tIns="0" rIns="0" bIns="0" rtlCol="0" anchor="ctr"/>
          <a:lstStyle/>
          <a:p>
            <a:pPr algn="ctr" indent="0" marL="0">
              <a:buNone/>
            </a:pPr>
            <a:r>
              <a:rPr lang="en-US" sz="1400" dirty="0">
                <a:solidFill>
                  <a:schemeClr val="accent1"/>
                </a:solidFill>
              </a:rPr>
              <a:t>Co-founder  ·  BS Information Technology</a:t>
            </a:r>
            <a:endParaRPr lang="en-US" sz="1400" dirty="0"/>
          </a:p>
        </p:txBody>
      </p:sp>
      <p:sp>
        <p:nvSpPr>
          <p:cNvPr id="18" name="shape_294"/>
          <p:cNvSpPr/>
          <p:nvPr/>
        </p:nvSpPr>
        <p:spPr>
          <a:xfrm>
            <a:off x="1508760" y="4709160"/>
            <a:ext cx="9171432" cy="868680"/>
          </a:xfrm>
          <a:prstGeom prst="roundRect">
            <a:avLst>
              <a:gd name="adj" fmla="val 21053"/>
            </a:avLst>
          </a:prstGeom>
          <a:solidFill>
            <a:schemeClr val="bg2"/>
          </a:solidFill>
          <a:ln/>
        </p:spPr>
      </p:sp>
      <p:pic>
        <p:nvPicPr>
          <p:cNvPr id="19" name="icon_295" descr="GraduationCap icon">    </p:cNvPr>
          <p:cNvPicPr>
            <a:picLocks noChangeAspect="1"/>
          </p:cNvPicPr>
          <p:nvPr/>
        </p:nvPicPr>
        <p:blipFill>
          <a:blip r:embed="rId1"/>
          <a:stretch>
            <a:fillRect/>
          </a:stretch>
        </p:blipFill>
        <p:spPr>
          <a:xfrm>
            <a:off x="1783080" y="4910328"/>
            <a:ext cx="457200" cy="457200"/>
          </a:xfrm>
          <a:prstGeom prst="rect">
            <a:avLst/>
          </a:prstGeom>
        </p:spPr>
      </p:pic>
      <p:sp>
        <p:nvSpPr>
          <p:cNvPr id="20" name="text_296"/>
          <p:cNvSpPr txBox="1"/>
          <p:nvPr/>
        </p:nvSpPr>
        <p:spPr>
          <a:xfrm>
            <a:off x="2423160" y="4709160"/>
            <a:ext cx="8092440" cy="868680"/>
          </a:xfrm>
          <a:prstGeom prst="rect">
            <a:avLst/>
          </a:prstGeom>
          <a:noFill/>
          <a:ln/>
        </p:spPr>
        <p:txBody>
          <a:bodyPr wrap="square" lIns="0" tIns="0" rIns="0" bIns="0" rtlCol="0" anchor="ctr"/>
          <a:lstStyle/>
          <a:p>
            <a:pPr indent="0" marL="0">
              <a:buNone/>
            </a:pPr>
            <a:r>
              <a:rPr lang="en-US" sz="1500" b="1" dirty="0">
                <a:solidFill>
                  <a:schemeClr val="tx1"/>
                </a:solidFill>
              </a:rPr>
              <a:t>Adviser: </a:t>
            </a:r>
            <a:pPr indent="0" marL="0">
              <a:buNone/>
            </a:pPr>
            <a:r>
              <a:rPr lang="en-US" sz="1500" dirty="0">
                <a:solidFill>
                  <a:schemeClr val="tx1"/>
                </a:solidFill>
              </a:rPr>
              <a:t>Michael Spike Rondulf L. Cuizon  ·  Computer Studies Department, Cristal e-College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decel="100000"/>
                                        <p:tgtEl>
                                          <p:spTgt spid="6"/>
                                        </p:tgtEl>
                                        <p:attrNameLst>
                                          <p:attrName>ppt_w</p:attrName>
                                        </p:attrNameLst>
                                      </p:cBhvr>
                                      <p:tavLst>
                                        <p:tav tm="0">
                                          <p:val>
                                            <p:strVal val="0"/>
                                          </p:val>
                                        </p:tav>
                                        <p:tav tm="100000">
                                          <p:val>
                                            <p:strVal val="#ppt_w"/>
                                          </p:val>
                                        </p:tav>
                                      </p:tavLst>
                                    </p:anim>
                                    <p:anim calcmode="lin" valueType="num">
                                      <p:cBhvr additive="base">
                                        <p:cTn id="8" dur="500" fill="hold" decel="100000"/>
                                        <p:tgtEl>
                                          <p:spTgt spid="6"/>
                                        </p:tgtEl>
                                        <p:attrNameLst>
                                          <p:attrName>ppt_h</p:attrName>
                                        </p:attrNameLst>
                                      </p:cBhvr>
                                      <p:tavLst>
                                        <p:tav tm="0">
                                          <p:val>
                                            <p:str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decel="100000"/>
                                        <p:tgtEl>
                                          <p:spTgt spid="7"/>
                                        </p:tgtEl>
                                        <p:attrNameLst>
                                          <p:attrName>ppt_w</p:attrName>
                                        </p:attrNameLst>
                                      </p:cBhvr>
                                      <p:tavLst>
                                        <p:tav tm="0">
                                          <p:val>
                                            <p:strVal val="0"/>
                                          </p:val>
                                        </p:tav>
                                        <p:tav tm="100000">
                                          <p:val>
                                            <p:strVal val="#ppt_w"/>
                                          </p:val>
                                        </p:tav>
                                      </p:tavLst>
                                    </p:anim>
                                    <p:anim calcmode="lin" valueType="num">
                                      <p:cBhvr additive="base">
                                        <p:cTn id="13" dur="500" fill="hold" decel="100000"/>
                                        <p:tgtEl>
                                          <p:spTgt spid="7"/>
                                        </p:tgtEl>
                                        <p:attrNameLst>
                                          <p:attrName>ppt_h</p:attrName>
                                        </p:attrNameLst>
                                      </p:cBhvr>
                                      <p:tavLst>
                                        <p:tav tm="0">
                                          <p:val>
                                            <p:strVal val="0"/>
                                          </p:val>
                                        </p:tav>
                                        <p:tav tm="100000">
                                          <p:val>
                                            <p:strVal val="#ppt_h"/>
                                          </p:val>
                                        </p:tav>
                                      </p:tavLst>
                                    </p:anim>
                                    <p:animEffect transition="in" filter="fade">
                                      <p:cBhvr>
                                        <p:cTn id="14" dur="500"/>
                                        <p:tgtEl>
                                          <p:spTgt spid="7"/>
                                        </p:tgtEl>
                                      </p:cBhvr>
                                    </p:animEffect>
                                  </p:childTnLst>
                                </p:cTn>
                              </p:par>
                              <p:par>
                                <p:cTn id="15" presetID="42" presetClass="entr" presetSubtype="0" fill="hold" grpId="0" nodeType="withEffect">
                                  <p:stCondLst>
                                    <p:cond delay="20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anim calcmode="lin" valueType="num">
                                      <p:cBhvr additive="base">
                                        <p:cTn id="18" dur="500" fill="hold" decel="100000"/>
                                        <p:tgtEl>
                                          <p:spTgt spid="8"/>
                                        </p:tgtEl>
                                        <p:attrNameLst>
                                          <p:attrName>ppt_x</p:attrName>
                                        </p:attrNameLst>
                                      </p:cBhvr>
                                      <p:tavLst>
                                        <p:tav tm="0">
                                          <p:val>
                                            <p:strVal val="#ppt_x"/>
                                          </p:val>
                                        </p:tav>
                                        <p:tav tm="100000">
                                          <p:val>
                                            <p:strVal val="#ppt_x"/>
                                          </p:val>
                                        </p:tav>
                                      </p:tavLst>
                                    </p:anim>
                                    <p:anim calcmode="lin" valueType="num">
                                      <p:cBhvr additive="base">
                                        <p:cTn id="19" dur="500" fill="hold" decel="100000"/>
                                        <p:tgtEl>
                                          <p:spTgt spid="8"/>
                                        </p:tgtEl>
                                        <p:attrNameLst>
                                          <p:attrName>ppt_y</p:attrName>
                                        </p:attrNameLst>
                                      </p:cBhvr>
                                      <p:tavLst>
                                        <p:tav tm="0">
                                          <p:val>
                                            <p:strVal val="#ppt_y+0.05"/>
                                          </p:val>
                                        </p:tav>
                                        <p:tav tm="100000">
                                          <p:val>
                                            <p:strVal val="#ppt_y"/>
                                          </p:val>
                                        </p:tav>
                                      </p:tavLst>
                                    </p:anim>
                                  </p:childTnLst>
                                </p:cTn>
                              </p:par>
                              <p:par>
                                <p:cTn id="20" presetID="42" presetClass="entr" presetSubtype="0" fill="hold" grpId="0" nodeType="withEffect">
                                  <p:stCondLst>
                                    <p:cond delay="25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anim calcmode="lin" valueType="num">
                                      <p:cBhvr additive="base">
                                        <p:cTn id="23" dur="50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500" fill="hold" decel="100000"/>
                                        <p:tgtEl>
                                          <p:spTgt spid="9"/>
                                        </p:tgtEl>
                                        <p:attrNameLst>
                                          <p:attrName>ppt_y</p:attrName>
                                        </p:attrNameLst>
                                      </p:cBhvr>
                                      <p:tavLst>
                                        <p:tav tm="0">
                                          <p:val>
                                            <p:strVal val="#ppt_y+0.05"/>
                                          </p:val>
                                        </p:tav>
                                        <p:tav tm="100000">
                                          <p:val>
                                            <p:strVal val="#ppt_y"/>
                                          </p:val>
                                        </p:tav>
                                      </p:tavLst>
                                    </p:anim>
                                  </p:childTnLst>
                                </p:cTn>
                              </p:par>
                              <p:par>
                                <p:cTn id="25" presetID="53" presetClass="entr" presetSubtype="16" fill="hold" grpId="0" nodeType="withEffect">
                                  <p:stCondLst>
                                    <p:cond delay="25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decel="100000"/>
                                        <p:tgtEl>
                                          <p:spTgt spid="10"/>
                                        </p:tgtEl>
                                        <p:attrNameLst>
                                          <p:attrName>ppt_w</p:attrName>
                                        </p:attrNameLst>
                                      </p:cBhvr>
                                      <p:tavLst>
                                        <p:tav tm="0">
                                          <p:val>
                                            <p:strVal val="0"/>
                                          </p:val>
                                        </p:tav>
                                        <p:tav tm="100000">
                                          <p:val>
                                            <p:strVal val="#ppt_w"/>
                                          </p:val>
                                        </p:tav>
                                      </p:tavLst>
                                    </p:anim>
                                    <p:anim calcmode="lin" valueType="num">
                                      <p:cBhvr additive="base">
                                        <p:cTn id="28" dur="500" fill="hold" decel="100000"/>
                                        <p:tgtEl>
                                          <p:spTgt spid="10"/>
                                        </p:tgtEl>
                                        <p:attrNameLst>
                                          <p:attrName>ppt_h</p:attrName>
                                        </p:attrNameLst>
                                      </p:cBhvr>
                                      <p:tavLst>
                                        <p:tav tm="0">
                                          <p:val>
                                            <p:str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25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decel="100000"/>
                                        <p:tgtEl>
                                          <p:spTgt spid="11"/>
                                        </p:tgtEl>
                                        <p:attrNameLst>
                                          <p:attrName>ppt_w</p:attrName>
                                        </p:attrNameLst>
                                      </p:cBhvr>
                                      <p:tavLst>
                                        <p:tav tm="0">
                                          <p:val>
                                            <p:strVal val="0"/>
                                          </p:val>
                                        </p:tav>
                                        <p:tav tm="100000">
                                          <p:val>
                                            <p:strVal val="#ppt_w"/>
                                          </p:val>
                                        </p:tav>
                                      </p:tavLst>
                                    </p:anim>
                                    <p:anim calcmode="lin" valueType="num">
                                      <p:cBhvr additive="base">
                                        <p:cTn id="33" dur="500" fill="hold" decel="100000"/>
                                        <p:tgtEl>
                                          <p:spTgt spid="11"/>
                                        </p:tgtEl>
                                        <p:attrNameLst>
                                          <p:attrName>ppt_h</p:attrName>
                                        </p:attrNameLst>
                                      </p:cBhvr>
                                      <p:tavLst>
                                        <p:tav tm="0">
                                          <p:val>
                                            <p:strVal val="0"/>
                                          </p:val>
                                        </p:tav>
                                        <p:tav tm="100000">
                                          <p:val>
                                            <p:strVal val="#ppt_h"/>
                                          </p:val>
                                        </p:tav>
                                      </p:tavLst>
                                    </p:anim>
                                    <p:animEffect transition="in" filter="fade">
                                      <p:cBhvr>
                                        <p:cTn id="34" dur="500"/>
                                        <p:tgtEl>
                                          <p:spTgt spid="11"/>
                                        </p:tgtEl>
                                      </p:cBhvr>
                                    </p:animEffect>
                                  </p:childTnLst>
                                </p:cTn>
                              </p:par>
                              <p:par>
                                <p:cTn id="35" presetID="42" presetClass="entr" presetSubtype="0" fill="hold" grpId="0" nodeType="withEffect">
                                  <p:stCondLst>
                                    <p:cond delay="4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anim calcmode="lin" valueType="num">
                                      <p:cBhvr additive="base">
                                        <p:cTn id="38" dur="500" fill="hold" decel="100000"/>
                                        <p:tgtEl>
                                          <p:spTgt spid="12"/>
                                        </p:tgtEl>
                                        <p:attrNameLst>
                                          <p:attrName>ppt_x</p:attrName>
                                        </p:attrNameLst>
                                      </p:cBhvr>
                                      <p:tavLst>
                                        <p:tav tm="0">
                                          <p:val>
                                            <p:strVal val="#ppt_x"/>
                                          </p:val>
                                        </p:tav>
                                        <p:tav tm="100000">
                                          <p:val>
                                            <p:strVal val="#ppt_x"/>
                                          </p:val>
                                        </p:tav>
                                      </p:tavLst>
                                    </p:anim>
                                    <p:anim calcmode="lin" valueType="num">
                                      <p:cBhvr additive="base">
                                        <p:cTn id="39" dur="500" fill="hold" decel="100000"/>
                                        <p:tgtEl>
                                          <p:spTgt spid="12"/>
                                        </p:tgtEl>
                                        <p:attrNameLst>
                                          <p:attrName>ppt_y</p:attrName>
                                        </p:attrNameLst>
                                      </p:cBhvr>
                                      <p:tavLst>
                                        <p:tav tm="0">
                                          <p:val>
                                            <p:strVal val="#ppt_y+0.05"/>
                                          </p:val>
                                        </p:tav>
                                        <p:tav tm="100000">
                                          <p:val>
                                            <p:strVal val="#ppt_y"/>
                                          </p:val>
                                        </p:tav>
                                      </p:tavLst>
                                    </p:anim>
                                  </p:childTnLst>
                                </p:cTn>
                              </p:par>
                              <p:par>
                                <p:cTn id="40" presetID="42" presetClass="entr" presetSubtype="0" fill="hold" grpId="0"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anim calcmode="lin" valueType="num">
                                      <p:cBhvr additive="base">
                                        <p:cTn id="43" dur="500" fill="hold" decel="100000"/>
                                        <p:tgtEl>
                                          <p:spTgt spid="13"/>
                                        </p:tgtEl>
                                        <p:attrNameLst>
                                          <p:attrName>ppt_x</p:attrName>
                                        </p:attrNameLst>
                                      </p:cBhvr>
                                      <p:tavLst>
                                        <p:tav tm="0">
                                          <p:val>
                                            <p:strVal val="#ppt_x"/>
                                          </p:val>
                                        </p:tav>
                                        <p:tav tm="100000">
                                          <p:val>
                                            <p:strVal val="#ppt_x"/>
                                          </p:val>
                                        </p:tav>
                                      </p:tavLst>
                                    </p:anim>
                                    <p:anim calcmode="lin" valueType="num">
                                      <p:cBhvr additive="base">
                                        <p:cTn id="44" dur="500" fill="hold" decel="100000"/>
                                        <p:tgtEl>
                                          <p:spTgt spid="13"/>
                                        </p:tgtEl>
                                        <p:attrNameLst>
                                          <p:attrName>ppt_y</p:attrName>
                                        </p:attrNameLst>
                                      </p:cBhvr>
                                      <p:tavLst>
                                        <p:tav tm="0">
                                          <p:val>
                                            <p:strVal val="#ppt_y+0.05"/>
                                          </p:val>
                                        </p:tav>
                                        <p:tav tm="100000">
                                          <p:val>
                                            <p:strVal val="#ppt_y"/>
                                          </p:val>
                                        </p:tav>
                                      </p:tavLst>
                                    </p:anim>
                                  </p:childTnLst>
                                </p:cTn>
                              </p:par>
                              <p:par>
                                <p:cTn id="45" presetID="53" presetClass="entr" presetSubtype="16" fill="hold" grpId="0" nodeType="withEffect">
                                  <p:stCondLst>
                                    <p:cond delay="50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decel="100000"/>
                                        <p:tgtEl>
                                          <p:spTgt spid="14"/>
                                        </p:tgtEl>
                                        <p:attrNameLst>
                                          <p:attrName>ppt_w</p:attrName>
                                        </p:attrNameLst>
                                      </p:cBhvr>
                                      <p:tavLst>
                                        <p:tav tm="0">
                                          <p:val>
                                            <p:strVal val="0"/>
                                          </p:val>
                                        </p:tav>
                                        <p:tav tm="100000">
                                          <p:val>
                                            <p:strVal val="#ppt_w"/>
                                          </p:val>
                                        </p:tav>
                                      </p:tavLst>
                                    </p:anim>
                                    <p:anim calcmode="lin" valueType="num">
                                      <p:cBhvr additive="base">
                                        <p:cTn id="48" dur="500" fill="hold" decel="100000"/>
                                        <p:tgtEl>
                                          <p:spTgt spid="14"/>
                                        </p:tgtEl>
                                        <p:attrNameLst>
                                          <p:attrName>ppt_h</p:attrName>
                                        </p:attrNameLst>
                                      </p:cBhvr>
                                      <p:tavLst>
                                        <p:tav tm="0">
                                          <p:val>
                                            <p:str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500"/>
                                  </p:stCondLst>
                                  <p:childTnLst>
                                    <p:set>
                                      <p:cBhvr>
                                        <p:cTn id="51" dur="1" fill="hold">
                                          <p:stCondLst>
                                            <p:cond delay="0"/>
                                          </p:stCondLst>
                                        </p:cTn>
                                        <p:tgtEl>
                                          <p:spTgt spid="15"/>
                                        </p:tgtEl>
                                        <p:attrNameLst>
                                          <p:attrName>style.visibility</p:attrName>
                                        </p:attrNameLst>
                                      </p:cBhvr>
                                      <p:to>
                                        <p:strVal val="visible"/>
                                      </p:to>
                                    </p:set>
                                    <p:anim calcmode="lin" valueType="num">
                                      <p:cBhvr additive="base">
                                        <p:cTn id="52" dur="500" fill="hold" decel="100000"/>
                                        <p:tgtEl>
                                          <p:spTgt spid="15"/>
                                        </p:tgtEl>
                                        <p:attrNameLst>
                                          <p:attrName>ppt_w</p:attrName>
                                        </p:attrNameLst>
                                      </p:cBhvr>
                                      <p:tavLst>
                                        <p:tav tm="0">
                                          <p:val>
                                            <p:strVal val="0"/>
                                          </p:val>
                                        </p:tav>
                                        <p:tav tm="100000">
                                          <p:val>
                                            <p:strVal val="#ppt_w"/>
                                          </p:val>
                                        </p:tav>
                                      </p:tavLst>
                                    </p:anim>
                                    <p:anim calcmode="lin" valueType="num">
                                      <p:cBhvr additive="base">
                                        <p:cTn id="53" dur="500" fill="hold" decel="100000"/>
                                        <p:tgtEl>
                                          <p:spTgt spid="15"/>
                                        </p:tgtEl>
                                        <p:attrNameLst>
                                          <p:attrName>ppt_h</p:attrName>
                                        </p:attrNameLst>
                                      </p:cBhvr>
                                      <p:tavLst>
                                        <p:tav tm="0">
                                          <p:val>
                                            <p:strVal val="0"/>
                                          </p:val>
                                        </p:tav>
                                        <p:tav tm="100000">
                                          <p:val>
                                            <p:strVal val="#ppt_h"/>
                                          </p:val>
                                        </p:tav>
                                      </p:tavLst>
                                    </p:anim>
                                    <p:animEffect transition="in" filter="fade">
                                      <p:cBhvr>
                                        <p:cTn id="54" dur="500"/>
                                        <p:tgtEl>
                                          <p:spTgt spid="15"/>
                                        </p:tgtEl>
                                      </p:cBhvr>
                                    </p:animEffect>
                                  </p:childTnLst>
                                </p:cTn>
                              </p:par>
                              <p:par>
                                <p:cTn id="55" presetID="42" presetClass="entr" presetSubtype="0" fill="hold" grpId="0" nodeType="withEffect">
                                  <p:stCondLst>
                                    <p:cond delay="70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anim calcmode="lin" valueType="num">
                                      <p:cBhvr additive="base">
                                        <p:cTn id="58" dur="500" fill="hold" decel="100000"/>
                                        <p:tgtEl>
                                          <p:spTgt spid="16"/>
                                        </p:tgtEl>
                                        <p:attrNameLst>
                                          <p:attrName>ppt_x</p:attrName>
                                        </p:attrNameLst>
                                      </p:cBhvr>
                                      <p:tavLst>
                                        <p:tav tm="0">
                                          <p:val>
                                            <p:strVal val="#ppt_x"/>
                                          </p:val>
                                        </p:tav>
                                        <p:tav tm="100000">
                                          <p:val>
                                            <p:strVal val="#ppt_x"/>
                                          </p:val>
                                        </p:tav>
                                      </p:tavLst>
                                    </p:anim>
                                    <p:anim calcmode="lin" valueType="num">
                                      <p:cBhvr additive="base">
                                        <p:cTn id="59" dur="500" fill="hold" decel="100000"/>
                                        <p:tgtEl>
                                          <p:spTgt spid="16"/>
                                        </p:tgtEl>
                                        <p:attrNameLst>
                                          <p:attrName>ppt_y</p:attrName>
                                        </p:attrNameLst>
                                      </p:cBhvr>
                                      <p:tavLst>
                                        <p:tav tm="0">
                                          <p:val>
                                            <p:strVal val="#ppt_y+0.05"/>
                                          </p:val>
                                        </p:tav>
                                        <p:tav tm="100000">
                                          <p:val>
                                            <p:strVal val="#ppt_y"/>
                                          </p:val>
                                        </p:tav>
                                      </p:tavLst>
                                    </p:anim>
                                  </p:childTnLst>
                                </p:cTn>
                              </p:par>
                              <p:par>
                                <p:cTn id="60" presetID="42" presetClass="entr" presetSubtype="0" fill="hold" grpId="0" nodeType="withEffect">
                                  <p:stCondLst>
                                    <p:cond delay="75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anim calcmode="lin" valueType="num">
                                      <p:cBhvr additive="base">
                                        <p:cTn id="63" dur="500" fill="hold" decel="100000"/>
                                        <p:tgtEl>
                                          <p:spTgt spid="17"/>
                                        </p:tgtEl>
                                        <p:attrNameLst>
                                          <p:attrName>ppt_x</p:attrName>
                                        </p:attrNameLst>
                                      </p:cBhvr>
                                      <p:tavLst>
                                        <p:tav tm="0">
                                          <p:val>
                                            <p:strVal val="#ppt_x"/>
                                          </p:val>
                                        </p:tav>
                                        <p:tav tm="100000">
                                          <p:val>
                                            <p:strVal val="#ppt_x"/>
                                          </p:val>
                                        </p:tav>
                                      </p:tavLst>
                                    </p:anim>
                                    <p:anim calcmode="lin" valueType="num">
                                      <p:cBhvr additive="base">
                                        <p:cTn id="64" dur="500" fill="hold" decel="100000"/>
                                        <p:tgtEl>
                                          <p:spTgt spid="17"/>
                                        </p:tgtEl>
                                        <p:attrNameLst>
                                          <p:attrName>ppt_y</p:attrName>
                                        </p:attrNameLst>
                                      </p:cBhvr>
                                      <p:tavLst>
                                        <p:tav tm="0">
                                          <p:val>
                                            <p:strVal val="#ppt_y+0.05"/>
                                          </p:val>
                                        </p:tav>
                                        <p:tav tm="100000">
                                          <p:val>
                                            <p:strVal val="#ppt_y"/>
                                          </p:val>
                                        </p:tav>
                                      </p:tavLst>
                                    </p:anim>
                                  </p:childTnLst>
                                </p:cTn>
                              </p:par>
                              <p:par>
                                <p:cTn id="65" presetID="42" presetClass="entr" presetSubtype="0" fill="hold" grpId="0" nodeType="withEffect">
                                  <p:stCondLst>
                                    <p:cond delay="10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additive="base">
                                        <p:cTn id="68"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69" dur="500" fill="hold" decel="100000"/>
                                        <p:tgtEl>
                                          <p:spTgt spid="18"/>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100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anim calcmode="lin" valueType="num">
                                      <p:cBhvr additive="base">
                                        <p:cTn id="73"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74" dur="500" fill="hold" decel="100000"/>
                                        <p:tgtEl>
                                          <p:spTgt spid="19"/>
                                        </p:tgtEl>
                                        <p:attrNameLst>
                                          <p:attrName>ppt_y</p:attrName>
                                        </p:attrNameLst>
                                      </p:cBhvr>
                                      <p:tavLst>
                                        <p:tav tm="0">
                                          <p:val>
                                            <p:strVal val="#ppt_y+0.05"/>
                                          </p:val>
                                        </p:tav>
                                        <p:tav tm="100000">
                                          <p:val>
                                            <p:strVal val="#ppt_y"/>
                                          </p:val>
                                        </p:tav>
                                      </p:tavLst>
                                    </p:anim>
                                  </p:childTnLst>
                                </p:cTn>
                              </p:par>
                              <p:par>
                                <p:cTn id="75" presetID="42" presetClass="entr" presetSubtype="0" fill="hold" grpId="0" nodeType="withEffect">
                                  <p:stCondLst>
                                    <p:cond delay="100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anim calcmode="lin" valueType="num">
                                      <p:cBhvr additive="base">
                                        <p:cTn id="78" dur="500" fill="hold" decel="100000"/>
                                        <p:tgtEl>
                                          <p:spTgt spid="20"/>
                                        </p:tgtEl>
                                        <p:attrNameLst>
                                          <p:attrName>ppt_x</p:attrName>
                                        </p:attrNameLst>
                                      </p:cBhvr>
                                      <p:tavLst>
                                        <p:tav tm="0">
                                          <p:val>
                                            <p:strVal val="#ppt_x"/>
                                          </p:val>
                                        </p:tav>
                                        <p:tav tm="100000">
                                          <p:val>
                                            <p:strVal val="#ppt_x"/>
                                          </p:val>
                                        </p:tav>
                                      </p:tavLst>
                                    </p:anim>
                                    <p:anim calcmode="lin" valueType="num">
                                      <p:cBhvr additive="base">
                                        <p:cTn id="79" dur="500" fill="hold" decel="100000"/>
                                        <p:tgtEl>
                                          <p:spTgt spid="20"/>
                                        </p:tgtEl>
                                        <p:attrNameLst>
                                          <p:attrName>ppt_y</p:attrName>
                                        </p:attrNameLst>
                                      </p:cBhvr>
                                      <p:tavLst>
                                        <p:tav tm="0">
                                          <p:val>
                                            <p:strVal val="#ppt_y+0.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rbA"/>
          <p:cNvSpPr/>
          <p:nvPr/>
        </p:nvSpPr>
        <p:spPr>
          <a:xfrm>
            <a:off x="7406640" y="-1371600"/>
            <a:ext cx="6400800" cy="6400800"/>
          </a:xfrm>
          <a:prstGeom prst="ellipse">
            <a:avLst/>
          </a:prstGeom>
          <a:solidFill>
            <a:schemeClr val="accent1">
              <a:alpha val="28000"/>
            </a:schemeClr>
          </a:solidFill>
          <a:ln/>
        </p:spPr>
      </p:sp>
      <p:sp>
        <p:nvSpPr>
          <p:cNvPr id="3" name="!!orbB"/>
          <p:cNvSpPr/>
          <p:nvPr/>
        </p:nvSpPr>
        <p:spPr>
          <a:xfrm>
            <a:off x="10698480" y="4846320"/>
            <a:ext cx="1371600" cy="1371600"/>
          </a:xfrm>
          <a:prstGeom prst="ellipse">
            <a:avLst/>
          </a:prstGeom>
          <a:solidFill>
            <a:schemeClr val="accent2">
              <a:alpha val="80000"/>
            </a:schemeClr>
          </a:solidFill>
          <a:ln/>
        </p:spPr>
      </p:sp>
      <p:sp>
        <p:nvSpPr>
          <p:cNvPr id="4" name="!!orbC"/>
          <p:cNvSpPr/>
          <p:nvPr/>
        </p:nvSpPr>
        <p:spPr>
          <a:xfrm>
            <a:off x="6675120" y="5715000"/>
            <a:ext cx="502920" cy="502920"/>
          </a:xfrm>
          <a:prstGeom prst="ellipse">
            <a:avLst/>
          </a:prstGeom>
          <a:solidFill>
            <a:schemeClr val="accent3">
              <a:alpha val="85000"/>
            </a:schemeClr>
          </a:solidFill>
          <a:ln/>
        </p:spPr>
      </p:sp>
      <p:sp>
        <p:nvSpPr>
          <p:cNvPr id="5" name="Text 0"/>
          <p:cNvSpPr/>
          <p:nvPr>
            <p:ph idx="100" type="title" hasCustomPrompt="1"/>
          </p:nvPr>
        </p:nvSpPr>
        <p:spPr>
          <a:xfrm>
            <a:off x="548640" y="685800"/>
            <a:ext cx="6949440" cy="1600200"/>
          </a:xfrm>
          <a:prstGeom prst="rect">
            <a:avLst/>
          </a:prstGeom>
          <a:noFill/>
          <a:ln/>
        </p:spPr>
        <p:txBody>
          <a:bodyPr wrap="square" lIns="0" tIns="0" rIns="0" bIns="0" rtlCol="0" anchor="b"/>
          <a:lstStyle/>
          <a:p>
            <a:pPr algn="l" indent="0" marL="0">
              <a:buNone/>
            </a:pPr>
            <a:r>
              <a:rPr lang="en-US" sz="4400" b="1" dirty="0">
                <a:solidFill>
                  <a:schemeClr val="bg1"/>
                </a:solidFill>
              </a:rPr>
              <a:t>Stop reflux</a:t>
            </a:r>
            <a:endParaRPr lang="en-US" sz="4400" dirty="0"/>
          </a:p>
          <a:p>
            <a:pPr algn="l" indent="0" marL="0">
              <a:buNone/>
            </a:pPr>
            <a:r>
              <a:rPr lang="en-US" sz="4400" b="1" dirty="0">
                <a:solidFill>
                  <a:schemeClr val="bg1"/>
                </a:solidFill>
              </a:rPr>
              <a:t>before it starts</a:t>
            </a:r>
            <a:endParaRPr lang="en-US" sz="4400" dirty="0"/>
          </a:p>
        </p:txBody>
      </p:sp>
      <p:sp>
        <p:nvSpPr>
          <p:cNvPr id="6" name="text_297"/>
          <p:cNvSpPr txBox="1"/>
          <p:nvPr/>
        </p:nvSpPr>
        <p:spPr>
          <a:xfrm>
            <a:off x="548640" y="260604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WHAT WE’RE LOOKING FOR</a:t>
            </a:r>
            <a:endParaRPr lang="en-US" sz="1300" dirty="0"/>
          </a:p>
        </p:txBody>
      </p:sp>
      <p:sp>
        <p:nvSpPr>
          <p:cNvPr id="7" name="shape_298"/>
          <p:cNvSpPr/>
          <p:nvPr/>
        </p:nvSpPr>
        <p:spPr>
          <a:xfrm>
            <a:off x="548640" y="3108960"/>
            <a:ext cx="658368" cy="658368"/>
          </a:xfrm>
          <a:prstGeom prst="ellipse">
            <a:avLst/>
          </a:prstGeom>
          <a:solidFill>
            <a:schemeClr val="accent1"/>
          </a:solidFill>
          <a:ln/>
        </p:spPr>
      </p:sp>
      <p:pic>
        <p:nvPicPr>
          <p:cNvPr id="8" name="icon_299" descr="Stethoscope icon">    </p:cNvPr>
          <p:cNvPicPr>
            <a:picLocks noChangeAspect="1"/>
          </p:cNvPicPr>
          <p:nvPr/>
        </p:nvPicPr>
        <p:blipFill>
          <a:blip r:embed="rId1"/>
          <a:stretch>
            <a:fillRect/>
          </a:stretch>
        </p:blipFill>
        <p:spPr>
          <a:xfrm>
            <a:off x="706648" y="3266968"/>
            <a:ext cx="342351" cy="342351"/>
          </a:xfrm>
          <a:prstGeom prst="rect">
            <a:avLst/>
          </a:prstGeom>
        </p:spPr>
      </p:pic>
      <p:sp>
        <p:nvSpPr>
          <p:cNvPr id="9" name="text_300"/>
          <p:cNvSpPr txBox="1"/>
          <p:nvPr/>
        </p:nvSpPr>
        <p:spPr>
          <a:xfrm>
            <a:off x="1417320" y="3063240"/>
            <a:ext cx="5669280" cy="77724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A partner physician</a:t>
            </a:r>
            <a:endParaRPr lang="en-US" sz="1900" dirty="0"/>
          </a:p>
          <a:p>
            <a:pPr indent="0" marL="0">
              <a:buNone/>
            </a:pPr>
            <a:r>
              <a:rPr lang="en-US" sz="1500" dirty="0">
                <a:solidFill>
                  <a:schemeClr val="bg2"/>
                </a:solidFill>
              </a:rPr>
              <a:t>to validate risk rules and co-design alerts</a:t>
            </a:r>
            <a:endParaRPr lang="en-US" sz="1900" dirty="0"/>
          </a:p>
        </p:txBody>
      </p:sp>
      <p:sp>
        <p:nvSpPr>
          <p:cNvPr id="10" name="shape_301"/>
          <p:cNvSpPr/>
          <p:nvPr/>
        </p:nvSpPr>
        <p:spPr>
          <a:xfrm>
            <a:off x="548640" y="4023360"/>
            <a:ext cx="658368" cy="658368"/>
          </a:xfrm>
          <a:prstGeom prst="ellipse">
            <a:avLst/>
          </a:prstGeom>
          <a:solidFill>
            <a:schemeClr val="accent1"/>
          </a:solidFill>
          <a:ln/>
        </p:spPr>
      </p:sp>
      <p:pic>
        <p:nvPicPr>
          <p:cNvPr id="11" name="icon_302" descr="Users icon">    </p:cNvPr>
          <p:cNvPicPr>
            <a:picLocks noChangeAspect="1"/>
          </p:cNvPicPr>
          <p:nvPr/>
        </p:nvPicPr>
        <p:blipFill>
          <a:blip r:embed="rId2"/>
          <a:stretch>
            <a:fillRect/>
          </a:stretch>
        </p:blipFill>
        <p:spPr>
          <a:xfrm>
            <a:off x="706648" y="4181368"/>
            <a:ext cx="342351" cy="342351"/>
          </a:xfrm>
          <a:prstGeom prst="rect">
            <a:avLst/>
          </a:prstGeom>
        </p:spPr>
      </p:pic>
      <p:sp>
        <p:nvSpPr>
          <p:cNvPr id="12" name="text_303"/>
          <p:cNvSpPr txBox="1"/>
          <p:nvPr/>
        </p:nvSpPr>
        <p:spPr>
          <a:xfrm>
            <a:off x="1417320" y="3977640"/>
            <a:ext cx="5669280" cy="77724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Pilot users</a:t>
            </a:r>
            <a:endParaRPr lang="en-US" sz="1900" dirty="0"/>
          </a:p>
          <a:p>
            <a:pPr indent="0" marL="0">
              <a:buNone/>
            </a:pPr>
            <a:r>
              <a:rPr lang="en-US" sz="1500" dirty="0">
                <a:solidFill>
                  <a:schemeClr val="bg2"/>
                </a:solidFill>
              </a:rPr>
              <a:t>adults managing reflux who will log daily and give feedback</a:t>
            </a:r>
            <a:endParaRPr lang="en-US" sz="1900" dirty="0"/>
          </a:p>
        </p:txBody>
      </p:sp>
      <p:sp>
        <p:nvSpPr>
          <p:cNvPr id="13" name="shape_304"/>
          <p:cNvSpPr/>
          <p:nvPr/>
        </p:nvSpPr>
        <p:spPr>
          <a:xfrm>
            <a:off x="548640" y="4937760"/>
            <a:ext cx="658368" cy="658368"/>
          </a:xfrm>
          <a:prstGeom prst="ellipse">
            <a:avLst/>
          </a:prstGeom>
          <a:solidFill>
            <a:schemeClr val="accent1"/>
          </a:solidFill>
          <a:ln/>
        </p:spPr>
      </p:sp>
      <p:pic>
        <p:nvPicPr>
          <p:cNvPr id="14" name="icon_305" descr="Handshake icon">    </p:cNvPr>
          <p:cNvPicPr>
            <a:picLocks noChangeAspect="1"/>
          </p:cNvPicPr>
          <p:nvPr/>
        </p:nvPicPr>
        <p:blipFill>
          <a:blip r:embed="rId3"/>
          <a:stretch>
            <a:fillRect/>
          </a:stretch>
        </p:blipFill>
        <p:spPr>
          <a:xfrm>
            <a:off x="706648" y="5095768"/>
            <a:ext cx="342351" cy="342351"/>
          </a:xfrm>
          <a:prstGeom prst="rect">
            <a:avLst/>
          </a:prstGeom>
        </p:spPr>
      </p:pic>
      <p:sp>
        <p:nvSpPr>
          <p:cNvPr id="15" name="text_306"/>
          <p:cNvSpPr txBox="1"/>
          <p:nvPr/>
        </p:nvSpPr>
        <p:spPr>
          <a:xfrm>
            <a:off x="1417320" y="4892040"/>
            <a:ext cx="5669280" cy="777240"/>
          </a:xfrm>
          <a:prstGeom prst="rect">
            <a:avLst/>
          </a:prstGeom>
          <a:noFill/>
          <a:ln/>
        </p:spPr>
        <p:txBody>
          <a:bodyPr wrap="square" lIns="0" tIns="0" rIns="0" bIns="0" rtlCol="0" anchor="ctr"/>
          <a:lstStyle/>
          <a:p>
            <a:pPr indent="0" marL="0">
              <a:buNone/>
            </a:pPr>
            <a:r>
              <a:rPr lang="en-US" sz="1900" b="1" dirty="0">
                <a:solidFill>
                  <a:schemeClr val="bg1"/>
                </a:solidFill>
                <a:latin typeface="Arial" pitchFamily="34" charset="0"/>
                <a:ea typeface="Arial" pitchFamily="34" charset="-122"/>
                <a:cs typeface="Arial" pitchFamily="34" charset="-120"/>
              </a:rPr>
              <a:t>Seed support</a:t>
            </a:r>
            <a:endParaRPr lang="en-US" sz="1900" dirty="0"/>
          </a:p>
          <a:p>
            <a:pPr indent="0" marL="0">
              <a:buNone/>
            </a:pPr>
            <a:r>
              <a:rPr lang="en-US" sz="1500" dirty="0">
                <a:solidFill>
                  <a:schemeClr val="bg2"/>
                </a:solidFill>
              </a:rPr>
              <a:t>for hosting, test devices and user testing</a:t>
            </a:r>
            <a:endParaRPr lang="en-US" sz="1900" dirty="0"/>
          </a:p>
        </p:txBody>
      </p:sp>
      <p:sp>
        <p:nvSpPr>
          <p:cNvPr id="16" name="logoMarkEnd"/>
          <p:cNvSpPr/>
          <p:nvPr/>
        </p:nvSpPr>
        <p:spPr>
          <a:xfrm>
            <a:off x="9921240" y="1828800"/>
            <a:ext cx="1371600" cy="1371600"/>
          </a:xfrm>
          <a:prstGeom prst="roundRect">
            <a:avLst>
              <a:gd name="adj" fmla="val 24000"/>
            </a:avLst>
          </a:prstGeom>
          <a:solidFill>
            <a:schemeClr val="accent1"/>
          </a:solidFill>
          <a:ln/>
          <a:effectLst>
            <a:outerShdw sx="100000" sy="100000" kx="0" ky="0" algn="bl" rotWithShape="0" blurRad="304800" dist="50800" dir="5400000">
              <a:srgbClr val="29A8E0">
                <a:alpha val="50000"/>
              </a:srgbClr>
            </a:outerShdw>
          </a:effectLst>
        </p:spPr>
      </p:sp>
      <p:pic>
        <p:nvPicPr>
          <p:cNvPr id="17" name="icon_307" descr="ShieldCheck icon">    </p:cNvPr>
          <p:cNvPicPr>
            <a:picLocks noChangeAspect="1"/>
          </p:cNvPicPr>
          <p:nvPr/>
        </p:nvPicPr>
        <p:blipFill>
          <a:blip r:embed="rId4"/>
          <a:stretch>
            <a:fillRect/>
          </a:stretch>
        </p:blipFill>
        <p:spPr>
          <a:xfrm>
            <a:off x="10168128" y="2075688"/>
            <a:ext cx="877824" cy="877824"/>
          </a:xfrm>
          <a:prstGeom prst="rect">
            <a:avLst/>
          </a:prstGeom>
        </p:spPr>
      </p:pic>
      <p:sp>
        <p:nvSpPr>
          <p:cNvPr id="18" name="text_308"/>
          <p:cNvSpPr txBox="1"/>
          <p:nvPr/>
        </p:nvSpPr>
        <p:spPr>
          <a:xfrm>
            <a:off x="8869680" y="3383280"/>
            <a:ext cx="3474720" cy="548640"/>
          </a:xfrm>
          <a:prstGeom prst="rect">
            <a:avLst/>
          </a:prstGeom>
          <a:noFill/>
          <a:ln/>
        </p:spPr>
        <p:txBody>
          <a:bodyPr wrap="square" lIns="0" tIns="0" rIns="0" bIns="0" rtlCol="0" anchor="ctr"/>
          <a:lstStyle/>
          <a:p>
            <a:pPr algn="ctr" indent="0" marL="0">
              <a:buNone/>
            </a:pPr>
            <a:r>
              <a:rPr lang="en-US" sz="3200" b="1" dirty="0">
                <a:solidFill>
                  <a:schemeClr val="bg1"/>
                </a:solidFill>
                <a:latin typeface="Arial" pitchFamily="34" charset="0"/>
                <a:ea typeface="Arial" pitchFamily="34" charset="-122"/>
                <a:cs typeface="Arial" pitchFamily="34" charset="-120"/>
              </a:rPr>
              <a:t>FluxGuard</a:t>
            </a:r>
            <a:endParaRPr lang="en-US" sz="3200" dirty="0"/>
          </a:p>
        </p:txBody>
      </p:sp>
      <p:sp>
        <p:nvSpPr>
          <p:cNvPr id="19" name="text_309"/>
          <p:cNvSpPr txBox="1"/>
          <p:nvPr/>
        </p:nvSpPr>
        <p:spPr>
          <a:xfrm>
            <a:off x="8869680" y="3931920"/>
            <a:ext cx="3474720" cy="411480"/>
          </a:xfrm>
          <a:prstGeom prst="rect">
            <a:avLst/>
          </a:prstGeom>
          <a:noFill/>
          <a:ln/>
        </p:spPr>
        <p:txBody>
          <a:bodyPr wrap="square" lIns="0" tIns="0" rIns="0" bIns="0" rtlCol="0" anchor="ctr"/>
          <a:lstStyle/>
          <a:p>
            <a:pPr algn="ctr" indent="0" marL="0">
              <a:buNone/>
            </a:pPr>
            <a:r>
              <a:rPr lang="en-US" sz="2000" dirty="0">
                <a:solidFill>
                  <a:schemeClr val="accent6"/>
                </a:solidFill>
              </a:rPr>
              <a:t>Thank you!</a:t>
            </a:r>
            <a:endParaRPr lang="en-US" sz="2000" dirty="0"/>
          </a:p>
        </p:txBody>
      </p:sp>
      <p:sp>
        <p:nvSpPr>
          <p:cNvPr id="20" name="text_310"/>
          <p:cNvSpPr txBox="1"/>
          <p:nvPr/>
        </p:nvSpPr>
        <p:spPr>
          <a:xfrm>
            <a:off x="548640" y="6035040"/>
            <a:ext cx="7315200" cy="320040"/>
          </a:xfrm>
          <a:prstGeom prst="rect">
            <a:avLst/>
          </a:prstGeom>
          <a:noFill/>
          <a:ln/>
        </p:spPr>
        <p:txBody>
          <a:bodyPr wrap="square" lIns="0" tIns="0" rIns="0" bIns="0" rtlCol="0" anchor="ctr"/>
          <a:lstStyle/>
          <a:p>
            <a:pPr indent="0" marL="0">
              <a:buNone/>
            </a:pPr>
            <a:r>
              <a:rPr lang="en-US" sz="1200" dirty="0">
                <a:solidFill>
                  <a:schemeClr val="accent6"/>
                </a:solidFill>
              </a:rPr>
              <a:t>Earl Benedict Ejara  ·  Jezreel Lewis Guiritan  ·  Richelle Domaluan</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20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additive="base">
                                        <p:cTn id="8" dur="500" fill="hold" decel="100000"/>
                                        <p:tgtEl>
                                          <p:spTgt spid="6"/>
                                        </p:tgtEl>
                                        <p:attrNameLst>
                                          <p:attrName>ppt_x</p:attrName>
                                        </p:attrNameLst>
                                      </p:cBhvr>
                                      <p:tavLst>
                                        <p:tav tm="0">
                                          <p:val>
                                            <p:strVal val="#ppt_x"/>
                                          </p:val>
                                        </p:tav>
                                        <p:tav tm="100000">
                                          <p:val>
                                            <p:strVal val="#ppt_x"/>
                                          </p:val>
                                        </p:tav>
                                      </p:tavLst>
                                    </p:anim>
                                    <p:anim calcmode="lin" valueType="num">
                                      <p:cBhvr additive="base">
                                        <p:cTn id="9" dur="500" fill="hold" decel="100000"/>
                                        <p:tgtEl>
                                          <p:spTgt spid="6"/>
                                        </p:tgtEl>
                                        <p:attrNameLst>
                                          <p:attrName>ppt_y</p:attrName>
                                        </p:attrNameLst>
                                      </p:cBhvr>
                                      <p:tavLst>
                                        <p:tav tm="0">
                                          <p:val>
                                            <p:strVal val="#ppt_y+0.05"/>
                                          </p:val>
                                        </p:tav>
                                        <p:tav tm="100000">
                                          <p:val>
                                            <p:strVal val="#ppt_y"/>
                                          </p:val>
                                        </p:tav>
                                      </p:tavLst>
                                    </p:anim>
                                  </p:childTnLst>
                                </p:cTn>
                              </p:par>
                              <p:par>
                                <p:cTn id="10" presetID="53" presetClass="entr" presetSubtype="16" fill="hold" grpId="0" nodeType="withEffect">
                                  <p:stCondLst>
                                    <p:cond delay="40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450" fill="hold" decel="100000"/>
                                        <p:tgtEl>
                                          <p:spTgt spid="7"/>
                                        </p:tgtEl>
                                        <p:attrNameLst>
                                          <p:attrName>ppt_w</p:attrName>
                                        </p:attrNameLst>
                                      </p:cBhvr>
                                      <p:tavLst>
                                        <p:tav tm="0">
                                          <p:val>
                                            <p:strVal val="0"/>
                                          </p:val>
                                        </p:tav>
                                        <p:tav tm="100000">
                                          <p:val>
                                            <p:strVal val="#ppt_w"/>
                                          </p:val>
                                        </p:tav>
                                      </p:tavLst>
                                    </p:anim>
                                    <p:anim calcmode="lin" valueType="num">
                                      <p:cBhvr additive="base">
                                        <p:cTn id="13" dur="450" fill="hold" decel="100000"/>
                                        <p:tgtEl>
                                          <p:spTgt spid="7"/>
                                        </p:tgtEl>
                                        <p:attrNameLst>
                                          <p:attrName>ppt_h</p:attrName>
                                        </p:attrNameLst>
                                      </p:cBhvr>
                                      <p:tavLst>
                                        <p:tav tm="0">
                                          <p:val>
                                            <p:strVal val="0"/>
                                          </p:val>
                                        </p:tav>
                                        <p:tav tm="100000">
                                          <p:val>
                                            <p:strVal val="#ppt_h"/>
                                          </p:val>
                                        </p:tav>
                                      </p:tavLst>
                                    </p:anim>
                                    <p:animEffect transition="in" filter="fade">
                                      <p:cBhvr>
                                        <p:cTn id="14" dur="450"/>
                                        <p:tgtEl>
                                          <p:spTgt spid="7"/>
                                        </p:tgtEl>
                                      </p:cBhvr>
                                    </p:animEffect>
                                  </p:childTnLst>
                                </p:cTn>
                              </p:par>
                              <p:par>
                                <p:cTn id="15" presetID="53" presetClass="entr" presetSubtype="16" fill="hold" grpId="0" nodeType="withEffect">
                                  <p:stCondLst>
                                    <p:cond delay="40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450" fill="hold" decel="100000"/>
                                        <p:tgtEl>
                                          <p:spTgt spid="8"/>
                                        </p:tgtEl>
                                        <p:attrNameLst>
                                          <p:attrName>ppt_w</p:attrName>
                                        </p:attrNameLst>
                                      </p:cBhvr>
                                      <p:tavLst>
                                        <p:tav tm="0">
                                          <p:val>
                                            <p:strVal val="0"/>
                                          </p:val>
                                        </p:tav>
                                        <p:tav tm="100000">
                                          <p:val>
                                            <p:strVal val="#ppt_w"/>
                                          </p:val>
                                        </p:tav>
                                      </p:tavLst>
                                    </p:anim>
                                    <p:anim calcmode="lin" valueType="num">
                                      <p:cBhvr additive="base">
                                        <p:cTn id="18" dur="450" fill="hold" decel="100000"/>
                                        <p:tgtEl>
                                          <p:spTgt spid="8"/>
                                        </p:tgtEl>
                                        <p:attrNameLst>
                                          <p:attrName>ppt_h</p:attrName>
                                        </p:attrNameLst>
                                      </p:cBhvr>
                                      <p:tavLst>
                                        <p:tav tm="0">
                                          <p:val>
                                            <p:strVal val="0"/>
                                          </p:val>
                                        </p:tav>
                                        <p:tav tm="100000">
                                          <p:val>
                                            <p:strVal val="#ppt_h"/>
                                          </p:val>
                                        </p:tav>
                                      </p:tavLst>
                                    </p:anim>
                                    <p:animEffect transition="in" filter="fade">
                                      <p:cBhvr>
                                        <p:cTn id="19" dur="450"/>
                                        <p:tgtEl>
                                          <p:spTgt spid="8"/>
                                        </p:tgtEl>
                                      </p:cBhvr>
                                    </p:animEffect>
                                  </p:childTnLst>
                                </p:cTn>
                              </p:par>
                              <p:par>
                                <p:cTn id="20" presetID="42" presetClass="entr" presetSubtype="0" fill="hold" grpId="0" nodeType="withEffect">
                                  <p:stCondLst>
                                    <p:cond delay="48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anim calcmode="lin" valueType="num">
                                      <p:cBhvr additive="base">
                                        <p:cTn id="23" dur="450" fill="hold" decel="100000"/>
                                        <p:tgtEl>
                                          <p:spTgt spid="9"/>
                                        </p:tgtEl>
                                        <p:attrNameLst>
                                          <p:attrName>ppt_x</p:attrName>
                                        </p:attrNameLst>
                                      </p:cBhvr>
                                      <p:tavLst>
                                        <p:tav tm="0">
                                          <p:val>
                                            <p:strVal val="#ppt_x"/>
                                          </p:val>
                                        </p:tav>
                                        <p:tav tm="100000">
                                          <p:val>
                                            <p:strVal val="#ppt_x"/>
                                          </p:val>
                                        </p:tav>
                                      </p:tavLst>
                                    </p:anim>
                                    <p:anim calcmode="lin" valueType="num">
                                      <p:cBhvr additive="base">
                                        <p:cTn id="24" dur="450" fill="hold" decel="100000"/>
                                        <p:tgtEl>
                                          <p:spTgt spid="9"/>
                                        </p:tgtEl>
                                        <p:attrNameLst>
                                          <p:attrName>ppt_y</p:attrName>
                                        </p:attrNameLst>
                                      </p:cBhvr>
                                      <p:tavLst>
                                        <p:tav tm="0">
                                          <p:val>
                                            <p:strVal val="#ppt_y+0.05"/>
                                          </p:val>
                                        </p:tav>
                                        <p:tav tm="100000">
                                          <p:val>
                                            <p:strVal val="#ppt_y"/>
                                          </p:val>
                                        </p:tav>
                                      </p:tavLst>
                                    </p:anim>
                                  </p:childTnLst>
                                </p:cTn>
                              </p:par>
                              <p:par>
                                <p:cTn id="25" presetID="53" presetClass="entr" presetSubtype="16" fill="hold" grpId="0" nodeType="withEffect">
                                  <p:stCondLst>
                                    <p:cond delay="65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450" fill="hold" decel="100000"/>
                                        <p:tgtEl>
                                          <p:spTgt spid="10"/>
                                        </p:tgtEl>
                                        <p:attrNameLst>
                                          <p:attrName>ppt_w</p:attrName>
                                        </p:attrNameLst>
                                      </p:cBhvr>
                                      <p:tavLst>
                                        <p:tav tm="0">
                                          <p:val>
                                            <p:strVal val="0"/>
                                          </p:val>
                                        </p:tav>
                                        <p:tav tm="100000">
                                          <p:val>
                                            <p:strVal val="#ppt_w"/>
                                          </p:val>
                                        </p:tav>
                                      </p:tavLst>
                                    </p:anim>
                                    <p:anim calcmode="lin" valueType="num">
                                      <p:cBhvr additive="base">
                                        <p:cTn id="28" dur="450" fill="hold" decel="100000"/>
                                        <p:tgtEl>
                                          <p:spTgt spid="10"/>
                                        </p:tgtEl>
                                        <p:attrNameLst>
                                          <p:attrName>ppt_h</p:attrName>
                                        </p:attrNameLst>
                                      </p:cBhvr>
                                      <p:tavLst>
                                        <p:tav tm="0">
                                          <p:val>
                                            <p:strVal val="0"/>
                                          </p:val>
                                        </p:tav>
                                        <p:tav tm="100000">
                                          <p:val>
                                            <p:strVal val="#ppt_h"/>
                                          </p:val>
                                        </p:tav>
                                      </p:tavLst>
                                    </p:anim>
                                    <p:animEffect transition="in" filter="fade">
                                      <p:cBhvr>
                                        <p:cTn id="29" dur="450"/>
                                        <p:tgtEl>
                                          <p:spTgt spid="10"/>
                                        </p:tgtEl>
                                      </p:cBhvr>
                                    </p:animEffect>
                                  </p:childTnLst>
                                </p:cTn>
                              </p:par>
                              <p:par>
                                <p:cTn id="30" presetID="53" presetClass="entr" presetSubtype="16" fill="hold" grpId="0" nodeType="withEffect">
                                  <p:stCondLst>
                                    <p:cond delay="65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450" fill="hold" decel="100000"/>
                                        <p:tgtEl>
                                          <p:spTgt spid="11"/>
                                        </p:tgtEl>
                                        <p:attrNameLst>
                                          <p:attrName>ppt_w</p:attrName>
                                        </p:attrNameLst>
                                      </p:cBhvr>
                                      <p:tavLst>
                                        <p:tav tm="0">
                                          <p:val>
                                            <p:strVal val="0"/>
                                          </p:val>
                                        </p:tav>
                                        <p:tav tm="100000">
                                          <p:val>
                                            <p:strVal val="#ppt_w"/>
                                          </p:val>
                                        </p:tav>
                                      </p:tavLst>
                                    </p:anim>
                                    <p:anim calcmode="lin" valueType="num">
                                      <p:cBhvr additive="base">
                                        <p:cTn id="33" dur="450" fill="hold" decel="100000"/>
                                        <p:tgtEl>
                                          <p:spTgt spid="11"/>
                                        </p:tgtEl>
                                        <p:attrNameLst>
                                          <p:attrName>ppt_h</p:attrName>
                                        </p:attrNameLst>
                                      </p:cBhvr>
                                      <p:tavLst>
                                        <p:tav tm="0">
                                          <p:val>
                                            <p:strVal val="0"/>
                                          </p:val>
                                        </p:tav>
                                        <p:tav tm="100000">
                                          <p:val>
                                            <p:strVal val="#ppt_h"/>
                                          </p:val>
                                        </p:tav>
                                      </p:tavLst>
                                    </p:anim>
                                    <p:animEffect transition="in" filter="fade">
                                      <p:cBhvr>
                                        <p:cTn id="34" dur="450"/>
                                        <p:tgtEl>
                                          <p:spTgt spid="11"/>
                                        </p:tgtEl>
                                      </p:cBhvr>
                                    </p:animEffect>
                                  </p:childTnLst>
                                </p:cTn>
                              </p:par>
                              <p:par>
                                <p:cTn id="35" presetID="42" presetClass="entr" presetSubtype="0" fill="hold" grpId="0" nodeType="withEffect">
                                  <p:stCondLst>
                                    <p:cond delay="73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anim calcmode="lin" valueType="num">
                                      <p:cBhvr additive="base">
                                        <p:cTn id="38" dur="450" fill="hold" decel="100000"/>
                                        <p:tgtEl>
                                          <p:spTgt spid="12"/>
                                        </p:tgtEl>
                                        <p:attrNameLst>
                                          <p:attrName>ppt_x</p:attrName>
                                        </p:attrNameLst>
                                      </p:cBhvr>
                                      <p:tavLst>
                                        <p:tav tm="0">
                                          <p:val>
                                            <p:strVal val="#ppt_x"/>
                                          </p:val>
                                        </p:tav>
                                        <p:tav tm="100000">
                                          <p:val>
                                            <p:strVal val="#ppt_x"/>
                                          </p:val>
                                        </p:tav>
                                      </p:tavLst>
                                    </p:anim>
                                    <p:anim calcmode="lin" valueType="num">
                                      <p:cBhvr additive="base">
                                        <p:cTn id="39" dur="450" fill="hold" decel="100000"/>
                                        <p:tgtEl>
                                          <p:spTgt spid="12"/>
                                        </p:tgtEl>
                                        <p:attrNameLst>
                                          <p:attrName>ppt_y</p:attrName>
                                        </p:attrNameLst>
                                      </p:cBhvr>
                                      <p:tavLst>
                                        <p:tav tm="0">
                                          <p:val>
                                            <p:strVal val="#ppt_y+0.05"/>
                                          </p:val>
                                        </p:tav>
                                        <p:tav tm="100000">
                                          <p:val>
                                            <p:strVal val="#ppt_y"/>
                                          </p:val>
                                        </p:tav>
                                      </p:tavLst>
                                    </p:anim>
                                  </p:childTnLst>
                                </p:cTn>
                              </p:par>
                              <p:par>
                                <p:cTn id="40" presetID="53" presetClass="entr" presetSubtype="16" fill="hold" grpId="0" nodeType="withEffect">
                                  <p:stCondLst>
                                    <p:cond delay="90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450" fill="hold" decel="100000"/>
                                        <p:tgtEl>
                                          <p:spTgt spid="13"/>
                                        </p:tgtEl>
                                        <p:attrNameLst>
                                          <p:attrName>ppt_w</p:attrName>
                                        </p:attrNameLst>
                                      </p:cBhvr>
                                      <p:tavLst>
                                        <p:tav tm="0">
                                          <p:val>
                                            <p:strVal val="0"/>
                                          </p:val>
                                        </p:tav>
                                        <p:tav tm="100000">
                                          <p:val>
                                            <p:strVal val="#ppt_w"/>
                                          </p:val>
                                        </p:tav>
                                      </p:tavLst>
                                    </p:anim>
                                    <p:anim calcmode="lin" valueType="num">
                                      <p:cBhvr additive="base">
                                        <p:cTn id="43" dur="450" fill="hold" decel="100000"/>
                                        <p:tgtEl>
                                          <p:spTgt spid="13"/>
                                        </p:tgtEl>
                                        <p:attrNameLst>
                                          <p:attrName>ppt_h</p:attrName>
                                        </p:attrNameLst>
                                      </p:cBhvr>
                                      <p:tavLst>
                                        <p:tav tm="0">
                                          <p:val>
                                            <p:strVal val="0"/>
                                          </p:val>
                                        </p:tav>
                                        <p:tav tm="100000">
                                          <p:val>
                                            <p:strVal val="#ppt_h"/>
                                          </p:val>
                                        </p:tav>
                                      </p:tavLst>
                                    </p:anim>
                                    <p:animEffect transition="in" filter="fade">
                                      <p:cBhvr>
                                        <p:cTn id="44" dur="450"/>
                                        <p:tgtEl>
                                          <p:spTgt spid="13"/>
                                        </p:tgtEl>
                                      </p:cBhvr>
                                    </p:animEffect>
                                  </p:childTnLst>
                                </p:cTn>
                              </p:par>
                              <p:par>
                                <p:cTn id="45" presetID="53" presetClass="entr" presetSubtype="16" fill="hold" grpId="0" nodeType="withEffect">
                                  <p:stCondLst>
                                    <p:cond delay="90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450" fill="hold" decel="100000"/>
                                        <p:tgtEl>
                                          <p:spTgt spid="14"/>
                                        </p:tgtEl>
                                        <p:attrNameLst>
                                          <p:attrName>ppt_w</p:attrName>
                                        </p:attrNameLst>
                                      </p:cBhvr>
                                      <p:tavLst>
                                        <p:tav tm="0">
                                          <p:val>
                                            <p:strVal val="0"/>
                                          </p:val>
                                        </p:tav>
                                        <p:tav tm="100000">
                                          <p:val>
                                            <p:strVal val="#ppt_w"/>
                                          </p:val>
                                        </p:tav>
                                      </p:tavLst>
                                    </p:anim>
                                    <p:anim calcmode="lin" valueType="num">
                                      <p:cBhvr additive="base">
                                        <p:cTn id="48" dur="450" fill="hold" decel="100000"/>
                                        <p:tgtEl>
                                          <p:spTgt spid="14"/>
                                        </p:tgtEl>
                                        <p:attrNameLst>
                                          <p:attrName>ppt_h</p:attrName>
                                        </p:attrNameLst>
                                      </p:cBhvr>
                                      <p:tavLst>
                                        <p:tav tm="0">
                                          <p:val>
                                            <p:strVal val="0"/>
                                          </p:val>
                                        </p:tav>
                                        <p:tav tm="100000">
                                          <p:val>
                                            <p:strVal val="#ppt_h"/>
                                          </p:val>
                                        </p:tav>
                                      </p:tavLst>
                                    </p:anim>
                                    <p:animEffect transition="in" filter="fade">
                                      <p:cBhvr>
                                        <p:cTn id="49" dur="450"/>
                                        <p:tgtEl>
                                          <p:spTgt spid="14"/>
                                        </p:tgtEl>
                                      </p:cBhvr>
                                    </p:animEffect>
                                  </p:childTnLst>
                                </p:cTn>
                              </p:par>
                              <p:par>
                                <p:cTn id="50" presetID="42" presetClass="entr" presetSubtype="0" fill="hold" grpId="0" nodeType="withEffect">
                                  <p:stCondLst>
                                    <p:cond delay="98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450"/>
                                        <p:tgtEl>
                                          <p:spTgt spid="15"/>
                                        </p:tgtEl>
                                      </p:cBhvr>
                                    </p:animEffect>
                                    <p:anim calcmode="lin" valueType="num">
                                      <p:cBhvr additive="base">
                                        <p:cTn id="53" dur="450" fill="hold" decel="100000"/>
                                        <p:tgtEl>
                                          <p:spTgt spid="15"/>
                                        </p:tgtEl>
                                        <p:attrNameLst>
                                          <p:attrName>ppt_x</p:attrName>
                                        </p:attrNameLst>
                                      </p:cBhvr>
                                      <p:tavLst>
                                        <p:tav tm="0">
                                          <p:val>
                                            <p:strVal val="#ppt_x"/>
                                          </p:val>
                                        </p:tav>
                                        <p:tav tm="100000">
                                          <p:val>
                                            <p:strVal val="#ppt_x"/>
                                          </p:val>
                                        </p:tav>
                                      </p:tavLst>
                                    </p:anim>
                                    <p:anim calcmode="lin" valueType="num">
                                      <p:cBhvr additive="base">
                                        <p:cTn id="54" dur="450" fill="hold" decel="100000"/>
                                        <p:tgtEl>
                                          <p:spTgt spid="15"/>
                                        </p:tgtEl>
                                        <p:attrNameLst>
                                          <p:attrName>ppt_y</p:attrName>
                                        </p:attrNameLst>
                                      </p:cBhvr>
                                      <p:tavLst>
                                        <p:tav tm="0">
                                          <p:val>
                                            <p:strVal val="#ppt_y+0.05"/>
                                          </p:val>
                                        </p:tav>
                                        <p:tav tm="100000">
                                          <p:val>
                                            <p:strVal val="#ppt_y"/>
                                          </p:val>
                                        </p:tav>
                                      </p:tavLst>
                                    </p:anim>
                                  </p:childTnLst>
                                </p:cTn>
                              </p:par>
                              <p:par>
                                <p:cTn id="55" presetID="53" presetClass="entr" presetSubtype="16" fill="hold" grpId="0" nodeType="withEffect">
                                  <p:stCondLst>
                                    <p:cond delay="130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600" fill="hold" decel="100000"/>
                                        <p:tgtEl>
                                          <p:spTgt spid="16"/>
                                        </p:tgtEl>
                                        <p:attrNameLst>
                                          <p:attrName>ppt_w</p:attrName>
                                        </p:attrNameLst>
                                      </p:cBhvr>
                                      <p:tavLst>
                                        <p:tav tm="0">
                                          <p:val>
                                            <p:strVal val="0"/>
                                          </p:val>
                                        </p:tav>
                                        <p:tav tm="100000">
                                          <p:val>
                                            <p:strVal val="#ppt_w"/>
                                          </p:val>
                                        </p:tav>
                                      </p:tavLst>
                                    </p:anim>
                                    <p:anim calcmode="lin" valueType="num">
                                      <p:cBhvr additive="base">
                                        <p:cTn id="58" dur="600" fill="hold" decel="100000"/>
                                        <p:tgtEl>
                                          <p:spTgt spid="16"/>
                                        </p:tgtEl>
                                        <p:attrNameLst>
                                          <p:attrName>ppt_h</p:attrName>
                                        </p:attrNameLst>
                                      </p:cBhvr>
                                      <p:tavLst>
                                        <p:tav tm="0">
                                          <p:val>
                                            <p:strVal val="0"/>
                                          </p:val>
                                        </p:tav>
                                        <p:tav tm="100000">
                                          <p:val>
                                            <p:strVal val="#ppt_h"/>
                                          </p:val>
                                        </p:tav>
                                      </p:tavLst>
                                    </p:anim>
                                    <p:animEffect transition="in" filter="fade">
                                      <p:cBhvr>
                                        <p:cTn id="59" dur="600"/>
                                        <p:tgtEl>
                                          <p:spTgt spid="16"/>
                                        </p:tgtEl>
                                      </p:cBhvr>
                                    </p:animEffect>
                                  </p:childTnLst>
                                </p:cTn>
                              </p:par>
                              <p:par>
                                <p:cTn id="60" presetID="53" presetClass="entr" presetSubtype="16" fill="hold" grpId="0" nodeType="withEffect">
                                  <p:stCondLst>
                                    <p:cond delay="130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600" fill="hold" decel="100000"/>
                                        <p:tgtEl>
                                          <p:spTgt spid="17"/>
                                        </p:tgtEl>
                                        <p:attrNameLst>
                                          <p:attrName>ppt_w</p:attrName>
                                        </p:attrNameLst>
                                      </p:cBhvr>
                                      <p:tavLst>
                                        <p:tav tm="0">
                                          <p:val>
                                            <p:strVal val="0"/>
                                          </p:val>
                                        </p:tav>
                                        <p:tav tm="100000">
                                          <p:val>
                                            <p:strVal val="#ppt_w"/>
                                          </p:val>
                                        </p:tav>
                                      </p:tavLst>
                                    </p:anim>
                                    <p:anim calcmode="lin" valueType="num">
                                      <p:cBhvr additive="base">
                                        <p:cTn id="63" dur="600" fill="hold" decel="100000"/>
                                        <p:tgtEl>
                                          <p:spTgt spid="17"/>
                                        </p:tgtEl>
                                        <p:attrNameLst>
                                          <p:attrName>ppt_h</p:attrName>
                                        </p:attrNameLst>
                                      </p:cBhvr>
                                      <p:tavLst>
                                        <p:tav tm="0">
                                          <p:val>
                                            <p:strVal val="0"/>
                                          </p:val>
                                        </p:tav>
                                        <p:tav tm="100000">
                                          <p:val>
                                            <p:strVal val="#ppt_h"/>
                                          </p:val>
                                        </p:tav>
                                      </p:tavLst>
                                    </p:anim>
                                    <p:animEffect transition="in" filter="fade">
                                      <p:cBhvr>
                                        <p:cTn id="64" dur="600"/>
                                        <p:tgtEl>
                                          <p:spTgt spid="17"/>
                                        </p:tgtEl>
                                      </p:cBhvr>
                                    </p:animEffect>
                                  </p:childTnLst>
                                </p:cTn>
                              </p:par>
                              <p:par>
                                <p:cTn id="65" presetID="42" presetClass="entr" presetSubtype="0" fill="hold" grpId="0" nodeType="withEffect">
                                  <p:stCondLst>
                                    <p:cond delay="160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additive="base">
                                        <p:cTn id="68" dur="500" fill="hold" decel="100000"/>
                                        <p:tgtEl>
                                          <p:spTgt spid="18"/>
                                        </p:tgtEl>
                                        <p:attrNameLst>
                                          <p:attrName>ppt_x</p:attrName>
                                        </p:attrNameLst>
                                      </p:cBhvr>
                                      <p:tavLst>
                                        <p:tav tm="0">
                                          <p:val>
                                            <p:strVal val="#ppt_x"/>
                                          </p:val>
                                        </p:tav>
                                        <p:tav tm="100000">
                                          <p:val>
                                            <p:strVal val="#ppt_x"/>
                                          </p:val>
                                        </p:tav>
                                      </p:tavLst>
                                    </p:anim>
                                    <p:anim calcmode="lin" valueType="num">
                                      <p:cBhvr additive="base">
                                        <p:cTn id="69" dur="500" fill="hold" decel="100000"/>
                                        <p:tgtEl>
                                          <p:spTgt spid="18"/>
                                        </p:tgtEl>
                                        <p:attrNameLst>
                                          <p:attrName>ppt_y</p:attrName>
                                        </p:attrNameLst>
                                      </p:cBhvr>
                                      <p:tavLst>
                                        <p:tav tm="0">
                                          <p:val>
                                            <p:strVal val="#ppt_y+0.05"/>
                                          </p:val>
                                        </p:tav>
                                        <p:tav tm="100000">
                                          <p:val>
                                            <p:strVal val="#ppt_y"/>
                                          </p:val>
                                        </p:tav>
                                      </p:tavLst>
                                    </p:anim>
                                  </p:childTnLst>
                                </p:cTn>
                              </p:par>
                              <p:par>
                                <p:cTn id="70" presetID="42" presetClass="entr" presetSubtype="0" fill="hold" grpId="0" nodeType="withEffect">
                                  <p:stCondLst>
                                    <p:cond delay="175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anim calcmode="lin" valueType="num">
                                      <p:cBhvr additive="base">
                                        <p:cTn id="73" dur="500" fill="hold" decel="100000"/>
                                        <p:tgtEl>
                                          <p:spTgt spid="19"/>
                                        </p:tgtEl>
                                        <p:attrNameLst>
                                          <p:attrName>ppt_x</p:attrName>
                                        </p:attrNameLst>
                                      </p:cBhvr>
                                      <p:tavLst>
                                        <p:tav tm="0">
                                          <p:val>
                                            <p:strVal val="#ppt_x"/>
                                          </p:val>
                                        </p:tav>
                                        <p:tav tm="100000">
                                          <p:val>
                                            <p:strVal val="#ppt_x"/>
                                          </p:val>
                                        </p:tav>
                                      </p:tavLst>
                                    </p:anim>
                                    <p:anim calcmode="lin" valueType="num">
                                      <p:cBhvr additive="base">
                                        <p:cTn id="74" dur="500" fill="hold" decel="100000"/>
                                        <p:tgtEl>
                                          <p:spTgt spid="19"/>
                                        </p:tgtEl>
                                        <p:attrNameLst>
                                          <p:attrName>ppt_y</p:attrName>
                                        </p:attrNameLst>
                                      </p:cBhvr>
                                      <p:tavLst>
                                        <p:tav tm="0">
                                          <p:val>
                                            <p:strVal val="#ppt_y+0.05"/>
                                          </p:val>
                                        </p:tav>
                                        <p:tav tm="100000">
                                          <p:val>
                                            <p:strVal val="#ppt_y"/>
                                          </p:val>
                                        </p:tav>
                                      </p:tavLst>
                                    </p:anim>
                                  </p:childTnLst>
                                </p:cTn>
                              </p:par>
                              <p:par>
                                <p:cTn id="75" presetID="10" presetClass="entr" presetSubtype="0" fill="hold" grpId="0" nodeType="withEffect">
                                  <p:stCondLst>
                                    <p:cond delay="200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0" grpId="0" animBg="1"/>
    </p:bldLst>
  </p:timing>
</p:sld>
</file>

<file path=ppt/theme/theme1.xml><?xml version="1.0" encoding="utf-8"?>
<a:theme xmlns:a="http://schemas.openxmlformats.org/drawingml/2006/main" name="FluxGuard">
  <a:themeElements>
    <a:clrScheme name="FluxGuard">
      <a:dk1>
        <a:srgbClr val="1A2340"/>
      </a:dk1>
      <a:lt1>
        <a:srgbClr val="FFFFFF"/>
      </a:lt1>
      <a:dk2>
        <a:srgbClr val="0F1630"/>
      </a:dk2>
      <a:lt2>
        <a:srgbClr val="E8F6FC"/>
      </a:lt2>
      <a:accent1>
        <a:srgbClr val="29A8E0"/>
      </a:accent1>
      <a:accent2>
        <a:srgbClr val="FF6B4A"/>
      </a:accent2>
      <a:accent3>
        <a:srgbClr val="22C39A"/>
      </a:accent3>
      <a:accent4>
        <a:srgbClr val="7C8AA5"/>
      </a:accent4>
      <a:accent5>
        <a:srgbClr val="FFB547"/>
      </a:accent5>
      <a:accent6>
        <a:srgbClr val="9AD9F2"/>
      </a:accent6>
      <a:hlink>
        <a:srgbClr val="29A8E0"/>
      </a:hlink>
      <a:folHlink>
        <a:srgbClr val="7C8AA5"/>
      </a:folHlink>
    </a:clrScheme>
    <a:fontScheme name="FluxGu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FluxGuard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FluxGuard — Startup Pitch</dc:title>
  <dc:subject>PptxGenJS Presentation</dc:subject>
  <dc:creator>FluxGuard Team</dc:creator>
  <cp:lastModifiedBy>FluxGuard Team</cp:lastModifiedBy>
  <cp:revision>1</cp:revision>
  <dcterms:created xsi:type="dcterms:W3CDTF">2026-10-05T15:22:33Z</dcterms:created>
  <dcterms:modified xsi:type="dcterms:W3CDTF">2026-10-05T15:22:33Z</dcterms:modified>
</cp:coreProperties>
</file>